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 snapToObjects="1">
      <p:cViewPr>
        <p:scale>
          <a:sx n="57" d="100"/>
          <a:sy n="57" d="100"/>
        </p:scale>
        <p:origin x="105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55F303-B627-40EA-B3A3-6B1C4D614559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BB805D4-C323-4168-A114-A8B06D9A4F92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• Reduced columns: 31 → 15 key features</a:t>
          </a:r>
        </a:p>
      </dgm:t>
    </dgm:pt>
    <dgm:pt modelId="{37560033-DBE6-470E-924E-78065A78D00D}" type="parTrans" cxnId="{60D9ED64-F363-4D1E-8485-6CD08CA80E92}">
      <dgm:prSet/>
      <dgm:spPr/>
      <dgm:t>
        <a:bodyPr/>
        <a:lstStyle/>
        <a:p>
          <a:endParaRPr lang="en-US"/>
        </a:p>
      </dgm:t>
    </dgm:pt>
    <dgm:pt modelId="{C5E0F867-095E-48EF-9B8A-0568C9182FAF}" type="sibTrans" cxnId="{60D9ED64-F363-4D1E-8485-6CD08CA80E92}">
      <dgm:prSet/>
      <dgm:spPr/>
      <dgm:t>
        <a:bodyPr/>
        <a:lstStyle/>
        <a:p>
          <a:endParaRPr lang="en-US"/>
        </a:p>
      </dgm:t>
    </dgm:pt>
    <dgm:pt modelId="{5C90579A-9FA2-439D-B24D-D4EC18406072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• Dropped: &gt;60% missing (DBA/Trade Name, Street2, Apt/Suite)</a:t>
          </a:r>
        </a:p>
      </dgm:t>
    </dgm:pt>
    <dgm:pt modelId="{18C7C65D-DE2F-4295-BC66-18C9A88CDC2D}" type="parTrans" cxnId="{D35CC961-7FA4-4BDC-B5DA-01CE92666A7E}">
      <dgm:prSet/>
      <dgm:spPr/>
      <dgm:t>
        <a:bodyPr/>
        <a:lstStyle/>
        <a:p>
          <a:endParaRPr lang="en-US"/>
        </a:p>
      </dgm:t>
    </dgm:pt>
    <dgm:pt modelId="{DA9C75AE-9A0E-4E36-97EE-F24743F842AB}" type="sibTrans" cxnId="{D35CC961-7FA4-4BDC-B5DA-01CE92666A7E}">
      <dgm:prSet/>
      <dgm:spPr/>
      <dgm:t>
        <a:bodyPr/>
        <a:lstStyle/>
        <a:p>
          <a:endParaRPr lang="en-US"/>
        </a:p>
      </dgm:t>
    </dgm:pt>
    <dgm:pt modelId="{3D930B1E-87D7-4245-900A-68B2B857D990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• Imputed Borough &amp; NTA using ZIP mapping</a:t>
          </a:r>
        </a:p>
      </dgm:t>
    </dgm:pt>
    <dgm:pt modelId="{C9730D61-9FC2-43C8-8F6B-1A96274A4F9B}" type="parTrans" cxnId="{F20C8516-C41A-4D76-9696-CCB4562D49E2}">
      <dgm:prSet/>
      <dgm:spPr/>
      <dgm:t>
        <a:bodyPr/>
        <a:lstStyle/>
        <a:p>
          <a:endParaRPr lang="en-US"/>
        </a:p>
      </dgm:t>
    </dgm:pt>
    <dgm:pt modelId="{3AFD435B-88EE-49E5-B25D-34885D6E11F0}" type="sibTrans" cxnId="{F20C8516-C41A-4D76-9696-CCB4562D49E2}">
      <dgm:prSet/>
      <dgm:spPr/>
      <dgm:t>
        <a:bodyPr/>
        <a:lstStyle/>
        <a:p>
          <a:endParaRPr lang="en-US"/>
        </a:p>
      </dgm:t>
    </dgm:pt>
    <dgm:pt modelId="{1E89B7B4-4FAD-472D-9E40-79832BD759FA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• Removed invalid License Duration time  (Expiration &lt; Issuance)</a:t>
          </a:r>
        </a:p>
      </dgm:t>
    </dgm:pt>
    <dgm:pt modelId="{743FDE23-C5BA-4A69-AAF0-481481E61036}" type="parTrans" cxnId="{44B0D316-635C-4306-8B18-BBB9EF255AD1}">
      <dgm:prSet/>
      <dgm:spPr/>
      <dgm:t>
        <a:bodyPr/>
        <a:lstStyle/>
        <a:p>
          <a:endParaRPr lang="en-US"/>
        </a:p>
      </dgm:t>
    </dgm:pt>
    <dgm:pt modelId="{AB44231D-698A-4C19-B25E-6B1C3DC0C277}" type="sibTrans" cxnId="{44B0D316-635C-4306-8B18-BBB9EF255AD1}">
      <dgm:prSet/>
      <dgm:spPr/>
      <dgm:t>
        <a:bodyPr/>
        <a:lstStyle/>
        <a:p>
          <a:endParaRPr lang="en-US"/>
        </a:p>
      </dgm:t>
    </dgm:pt>
    <dgm:pt modelId="{E31BB65D-F400-4B39-B793-3AD13DE6FC2E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• Filtered ‘Outside NYC’ entries</a:t>
          </a:r>
        </a:p>
      </dgm:t>
    </dgm:pt>
    <dgm:pt modelId="{86FD9B11-07DF-4D52-9674-75420A9FDB0D}" type="parTrans" cxnId="{719ADC6E-6D66-4341-8428-E8B6166A9331}">
      <dgm:prSet/>
      <dgm:spPr/>
      <dgm:t>
        <a:bodyPr/>
        <a:lstStyle/>
        <a:p>
          <a:endParaRPr lang="en-US"/>
        </a:p>
      </dgm:t>
    </dgm:pt>
    <dgm:pt modelId="{D443D8DD-1D79-4A45-B2A6-362B96BFE5FA}" type="sibTrans" cxnId="{719ADC6E-6D66-4341-8428-E8B6166A9331}">
      <dgm:prSet/>
      <dgm:spPr/>
      <dgm:t>
        <a:bodyPr/>
        <a:lstStyle/>
        <a:p>
          <a:endParaRPr lang="en-US"/>
        </a:p>
      </dgm:t>
    </dgm:pt>
    <dgm:pt modelId="{EB2B2DFC-29F6-452F-A255-610FF01240CE}">
      <dgm:prSet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</a:rPr>
            <a:t>→ Final dataset: 56,321 records</a:t>
          </a:r>
        </a:p>
      </dgm:t>
    </dgm:pt>
    <dgm:pt modelId="{C5A1D79A-D845-4564-BA5C-C202C14DED41}" type="parTrans" cxnId="{9D277C0B-725E-4479-84DD-92902995DDD2}">
      <dgm:prSet/>
      <dgm:spPr/>
      <dgm:t>
        <a:bodyPr/>
        <a:lstStyle/>
        <a:p>
          <a:endParaRPr lang="en-US"/>
        </a:p>
      </dgm:t>
    </dgm:pt>
    <dgm:pt modelId="{4288E9DF-8009-4007-9AAF-C37CD9DF32A9}" type="sibTrans" cxnId="{9D277C0B-725E-4479-84DD-92902995DDD2}">
      <dgm:prSet/>
      <dgm:spPr/>
      <dgm:t>
        <a:bodyPr/>
        <a:lstStyle/>
        <a:p>
          <a:endParaRPr lang="en-US"/>
        </a:p>
      </dgm:t>
    </dgm:pt>
    <dgm:pt modelId="{BA991E24-24AB-594B-81DB-014810ED033F}" type="pres">
      <dgm:prSet presAssocID="{5855F303-B627-40EA-B3A3-6B1C4D614559}" presName="vert0" presStyleCnt="0">
        <dgm:presLayoutVars>
          <dgm:dir/>
          <dgm:animOne val="branch"/>
          <dgm:animLvl val="lvl"/>
        </dgm:presLayoutVars>
      </dgm:prSet>
      <dgm:spPr/>
    </dgm:pt>
    <dgm:pt modelId="{276E4E34-4241-D843-A51D-813E79BB8986}" type="pres">
      <dgm:prSet presAssocID="{9BB805D4-C323-4168-A114-A8B06D9A4F92}" presName="thickLine" presStyleLbl="alignNode1" presStyleIdx="0" presStyleCnt="6"/>
      <dgm:spPr/>
    </dgm:pt>
    <dgm:pt modelId="{429217D0-C25E-A84E-BE5E-CCAA181A1B3D}" type="pres">
      <dgm:prSet presAssocID="{9BB805D4-C323-4168-A114-A8B06D9A4F92}" presName="horz1" presStyleCnt="0"/>
      <dgm:spPr/>
    </dgm:pt>
    <dgm:pt modelId="{5C6F08F2-A3BF-2D41-A52C-EA46F67CBB3F}" type="pres">
      <dgm:prSet presAssocID="{9BB805D4-C323-4168-A114-A8B06D9A4F92}" presName="tx1" presStyleLbl="revTx" presStyleIdx="0" presStyleCnt="6"/>
      <dgm:spPr/>
    </dgm:pt>
    <dgm:pt modelId="{A67470B8-BE41-7546-8E10-D5593751E65D}" type="pres">
      <dgm:prSet presAssocID="{9BB805D4-C323-4168-A114-A8B06D9A4F92}" presName="vert1" presStyleCnt="0"/>
      <dgm:spPr/>
    </dgm:pt>
    <dgm:pt modelId="{7E0BC652-11AF-6043-AEEE-150919DD00F9}" type="pres">
      <dgm:prSet presAssocID="{5C90579A-9FA2-439D-B24D-D4EC18406072}" presName="thickLine" presStyleLbl="alignNode1" presStyleIdx="1" presStyleCnt="6"/>
      <dgm:spPr/>
    </dgm:pt>
    <dgm:pt modelId="{3899CFF6-476B-F44D-84B1-4651B1C2B3A5}" type="pres">
      <dgm:prSet presAssocID="{5C90579A-9FA2-439D-B24D-D4EC18406072}" presName="horz1" presStyleCnt="0"/>
      <dgm:spPr/>
    </dgm:pt>
    <dgm:pt modelId="{98325F7E-9087-D345-A8A1-7DB6E631ACA1}" type="pres">
      <dgm:prSet presAssocID="{5C90579A-9FA2-439D-B24D-D4EC18406072}" presName="tx1" presStyleLbl="revTx" presStyleIdx="1" presStyleCnt="6"/>
      <dgm:spPr/>
    </dgm:pt>
    <dgm:pt modelId="{9EB9E570-422E-F643-9A61-F736FD3CAA1E}" type="pres">
      <dgm:prSet presAssocID="{5C90579A-9FA2-439D-B24D-D4EC18406072}" presName="vert1" presStyleCnt="0"/>
      <dgm:spPr/>
    </dgm:pt>
    <dgm:pt modelId="{5D3CDCF2-B9FE-6F45-B26B-2914E9CFACC8}" type="pres">
      <dgm:prSet presAssocID="{3D930B1E-87D7-4245-900A-68B2B857D990}" presName="thickLine" presStyleLbl="alignNode1" presStyleIdx="2" presStyleCnt="6"/>
      <dgm:spPr/>
    </dgm:pt>
    <dgm:pt modelId="{EF5F3BEF-680B-4646-8BA8-0C560999C292}" type="pres">
      <dgm:prSet presAssocID="{3D930B1E-87D7-4245-900A-68B2B857D990}" presName="horz1" presStyleCnt="0"/>
      <dgm:spPr/>
    </dgm:pt>
    <dgm:pt modelId="{88D9B6F6-1CCE-894F-B614-2B8A01306253}" type="pres">
      <dgm:prSet presAssocID="{3D930B1E-87D7-4245-900A-68B2B857D990}" presName="tx1" presStyleLbl="revTx" presStyleIdx="2" presStyleCnt="6"/>
      <dgm:spPr/>
    </dgm:pt>
    <dgm:pt modelId="{357993CC-353A-184C-8800-F1F48C8721C9}" type="pres">
      <dgm:prSet presAssocID="{3D930B1E-87D7-4245-900A-68B2B857D990}" presName="vert1" presStyleCnt="0"/>
      <dgm:spPr/>
    </dgm:pt>
    <dgm:pt modelId="{53737AB3-1C6F-E64B-861D-9F67A85986D3}" type="pres">
      <dgm:prSet presAssocID="{1E89B7B4-4FAD-472D-9E40-79832BD759FA}" presName="thickLine" presStyleLbl="alignNode1" presStyleIdx="3" presStyleCnt="6"/>
      <dgm:spPr/>
    </dgm:pt>
    <dgm:pt modelId="{B0FE3BE8-60FF-0B43-8E19-593536E43D5B}" type="pres">
      <dgm:prSet presAssocID="{1E89B7B4-4FAD-472D-9E40-79832BD759FA}" presName="horz1" presStyleCnt="0"/>
      <dgm:spPr/>
    </dgm:pt>
    <dgm:pt modelId="{007D16BA-49D9-C24D-8B70-5DB3B47403EB}" type="pres">
      <dgm:prSet presAssocID="{1E89B7B4-4FAD-472D-9E40-79832BD759FA}" presName="tx1" presStyleLbl="revTx" presStyleIdx="3" presStyleCnt="6"/>
      <dgm:spPr/>
    </dgm:pt>
    <dgm:pt modelId="{0668EFA6-F59A-2C47-B49D-4938AE06EF09}" type="pres">
      <dgm:prSet presAssocID="{1E89B7B4-4FAD-472D-9E40-79832BD759FA}" presName="vert1" presStyleCnt="0"/>
      <dgm:spPr/>
    </dgm:pt>
    <dgm:pt modelId="{C433496A-161A-9241-AB31-1304937CA6D4}" type="pres">
      <dgm:prSet presAssocID="{E31BB65D-F400-4B39-B793-3AD13DE6FC2E}" presName="thickLine" presStyleLbl="alignNode1" presStyleIdx="4" presStyleCnt="6"/>
      <dgm:spPr/>
    </dgm:pt>
    <dgm:pt modelId="{78A2B2D7-D20E-3C47-BC47-1D3283A37869}" type="pres">
      <dgm:prSet presAssocID="{E31BB65D-F400-4B39-B793-3AD13DE6FC2E}" presName="horz1" presStyleCnt="0"/>
      <dgm:spPr/>
    </dgm:pt>
    <dgm:pt modelId="{C7E3B020-6C7A-EA4E-B1F1-E0E8D3F70380}" type="pres">
      <dgm:prSet presAssocID="{E31BB65D-F400-4B39-B793-3AD13DE6FC2E}" presName="tx1" presStyleLbl="revTx" presStyleIdx="4" presStyleCnt="6"/>
      <dgm:spPr/>
    </dgm:pt>
    <dgm:pt modelId="{1388136D-1992-AA40-8501-DD4A9C2C15AE}" type="pres">
      <dgm:prSet presAssocID="{E31BB65D-F400-4B39-B793-3AD13DE6FC2E}" presName="vert1" presStyleCnt="0"/>
      <dgm:spPr/>
    </dgm:pt>
    <dgm:pt modelId="{A7A36CC0-4736-6B49-BD16-509D44704D31}" type="pres">
      <dgm:prSet presAssocID="{EB2B2DFC-29F6-452F-A255-610FF01240CE}" presName="thickLine" presStyleLbl="alignNode1" presStyleIdx="5" presStyleCnt="6"/>
      <dgm:spPr/>
    </dgm:pt>
    <dgm:pt modelId="{2640FE49-29E1-EC4D-9BC4-189A39B075B4}" type="pres">
      <dgm:prSet presAssocID="{EB2B2DFC-29F6-452F-A255-610FF01240CE}" presName="horz1" presStyleCnt="0"/>
      <dgm:spPr/>
    </dgm:pt>
    <dgm:pt modelId="{ADB771C1-B019-C44F-A343-B2A3D852911C}" type="pres">
      <dgm:prSet presAssocID="{EB2B2DFC-29F6-452F-A255-610FF01240CE}" presName="tx1" presStyleLbl="revTx" presStyleIdx="5" presStyleCnt="6"/>
      <dgm:spPr/>
    </dgm:pt>
    <dgm:pt modelId="{4AB60C44-F95B-A744-A56B-E3BBE9889A0B}" type="pres">
      <dgm:prSet presAssocID="{EB2B2DFC-29F6-452F-A255-610FF01240CE}" presName="vert1" presStyleCnt="0"/>
      <dgm:spPr/>
    </dgm:pt>
  </dgm:ptLst>
  <dgm:cxnLst>
    <dgm:cxn modelId="{9D277C0B-725E-4479-84DD-92902995DDD2}" srcId="{5855F303-B627-40EA-B3A3-6B1C4D614559}" destId="{EB2B2DFC-29F6-452F-A255-610FF01240CE}" srcOrd="5" destOrd="0" parTransId="{C5A1D79A-D845-4564-BA5C-C202C14DED41}" sibTransId="{4288E9DF-8009-4007-9AAF-C37CD9DF32A9}"/>
    <dgm:cxn modelId="{F20C8516-C41A-4D76-9696-CCB4562D49E2}" srcId="{5855F303-B627-40EA-B3A3-6B1C4D614559}" destId="{3D930B1E-87D7-4245-900A-68B2B857D990}" srcOrd="2" destOrd="0" parTransId="{C9730D61-9FC2-43C8-8F6B-1A96274A4F9B}" sibTransId="{3AFD435B-88EE-49E5-B25D-34885D6E11F0}"/>
    <dgm:cxn modelId="{44B0D316-635C-4306-8B18-BBB9EF255AD1}" srcId="{5855F303-B627-40EA-B3A3-6B1C4D614559}" destId="{1E89B7B4-4FAD-472D-9E40-79832BD759FA}" srcOrd="3" destOrd="0" parTransId="{743FDE23-C5BA-4A69-AAF0-481481E61036}" sibTransId="{AB44231D-698A-4C19-B25E-6B1C3DC0C277}"/>
    <dgm:cxn modelId="{75AA9721-D039-4E4D-B810-EAB9254CB055}" type="presOf" srcId="{9BB805D4-C323-4168-A114-A8B06D9A4F92}" destId="{5C6F08F2-A3BF-2D41-A52C-EA46F67CBB3F}" srcOrd="0" destOrd="0" presId="urn:microsoft.com/office/officeart/2008/layout/LinedList"/>
    <dgm:cxn modelId="{D35CC961-7FA4-4BDC-B5DA-01CE92666A7E}" srcId="{5855F303-B627-40EA-B3A3-6B1C4D614559}" destId="{5C90579A-9FA2-439D-B24D-D4EC18406072}" srcOrd="1" destOrd="0" parTransId="{18C7C65D-DE2F-4295-BC66-18C9A88CDC2D}" sibTransId="{DA9C75AE-9A0E-4E36-97EE-F24743F842AB}"/>
    <dgm:cxn modelId="{60D9ED64-F363-4D1E-8485-6CD08CA80E92}" srcId="{5855F303-B627-40EA-B3A3-6B1C4D614559}" destId="{9BB805D4-C323-4168-A114-A8B06D9A4F92}" srcOrd="0" destOrd="0" parTransId="{37560033-DBE6-470E-924E-78065A78D00D}" sibTransId="{C5E0F867-095E-48EF-9B8A-0568C9182FAF}"/>
    <dgm:cxn modelId="{BE64F448-B421-E242-AC42-11FDB9EFE4EC}" type="presOf" srcId="{EB2B2DFC-29F6-452F-A255-610FF01240CE}" destId="{ADB771C1-B019-C44F-A343-B2A3D852911C}" srcOrd="0" destOrd="0" presId="urn:microsoft.com/office/officeart/2008/layout/LinedList"/>
    <dgm:cxn modelId="{719ADC6E-6D66-4341-8428-E8B6166A9331}" srcId="{5855F303-B627-40EA-B3A3-6B1C4D614559}" destId="{E31BB65D-F400-4B39-B793-3AD13DE6FC2E}" srcOrd="4" destOrd="0" parTransId="{86FD9B11-07DF-4D52-9674-75420A9FDB0D}" sibTransId="{D443D8DD-1D79-4A45-B2A6-362B96BFE5FA}"/>
    <dgm:cxn modelId="{BA76E96E-E718-E04D-9738-62FD475F951E}" type="presOf" srcId="{1E89B7B4-4FAD-472D-9E40-79832BD759FA}" destId="{007D16BA-49D9-C24D-8B70-5DB3B47403EB}" srcOrd="0" destOrd="0" presId="urn:microsoft.com/office/officeart/2008/layout/LinedList"/>
    <dgm:cxn modelId="{C6D16854-90A0-354D-9024-D0259ADE4F0E}" type="presOf" srcId="{3D930B1E-87D7-4245-900A-68B2B857D990}" destId="{88D9B6F6-1CCE-894F-B614-2B8A01306253}" srcOrd="0" destOrd="0" presId="urn:microsoft.com/office/officeart/2008/layout/LinedList"/>
    <dgm:cxn modelId="{BDAE7496-789E-7948-9A45-E4EAE9328FE0}" type="presOf" srcId="{E31BB65D-F400-4B39-B793-3AD13DE6FC2E}" destId="{C7E3B020-6C7A-EA4E-B1F1-E0E8D3F70380}" srcOrd="0" destOrd="0" presId="urn:microsoft.com/office/officeart/2008/layout/LinedList"/>
    <dgm:cxn modelId="{3BD761C1-1774-604B-B4F0-736433891DC3}" type="presOf" srcId="{5C90579A-9FA2-439D-B24D-D4EC18406072}" destId="{98325F7E-9087-D345-A8A1-7DB6E631ACA1}" srcOrd="0" destOrd="0" presId="urn:microsoft.com/office/officeart/2008/layout/LinedList"/>
    <dgm:cxn modelId="{D32158FF-A507-7F42-B98D-B8E25D5654B4}" type="presOf" srcId="{5855F303-B627-40EA-B3A3-6B1C4D614559}" destId="{BA991E24-24AB-594B-81DB-014810ED033F}" srcOrd="0" destOrd="0" presId="urn:microsoft.com/office/officeart/2008/layout/LinedList"/>
    <dgm:cxn modelId="{6D6A0BC0-CCCD-8145-82FA-1A6804B8FAAC}" type="presParOf" srcId="{BA991E24-24AB-594B-81DB-014810ED033F}" destId="{276E4E34-4241-D843-A51D-813E79BB8986}" srcOrd="0" destOrd="0" presId="urn:microsoft.com/office/officeart/2008/layout/LinedList"/>
    <dgm:cxn modelId="{E5C228C9-5524-C241-8148-0A05E6B95D70}" type="presParOf" srcId="{BA991E24-24AB-594B-81DB-014810ED033F}" destId="{429217D0-C25E-A84E-BE5E-CCAA181A1B3D}" srcOrd="1" destOrd="0" presId="urn:microsoft.com/office/officeart/2008/layout/LinedList"/>
    <dgm:cxn modelId="{E393FDA5-3A64-7B4B-B33F-98C9AE61202F}" type="presParOf" srcId="{429217D0-C25E-A84E-BE5E-CCAA181A1B3D}" destId="{5C6F08F2-A3BF-2D41-A52C-EA46F67CBB3F}" srcOrd="0" destOrd="0" presId="urn:microsoft.com/office/officeart/2008/layout/LinedList"/>
    <dgm:cxn modelId="{71DBAD37-CD04-9047-A2DC-621844C6AB4D}" type="presParOf" srcId="{429217D0-C25E-A84E-BE5E-CCAA181A1B3D}" destId="{A67470B8-BE41-7546-8E10-D5593751E65D}" srcOrd="1" destOrd="0" presId="urn:microsoft.com/office/officeart/2008/layout/LinedList"/>
    <dgm:cxn modelId="{E3FFE5C1-2041-6647-8343-CCABD317D778}" type="presParOf" srcId="{BA991E24-24AB-594B-81DB-014810ED033F}" destId="{7E0BC652-11AF-6043-AEEE-150919DD00F9}" srcOrd="2" destOrd="0" presId="urn:microsoft.com/office/officeart/2008/layout/LinedList"/>
    <dgm:cxn modelId="{8E6D75D7-3FDC-D74C-B267-9C27CF005C4B}" type="presParOf" srcId="{BA991E24-24AB-594B-81DB-014810ED033F}" destId="{3899CFF6-476B-F44D-84B1-4651B1C2B3A5}" srcOrd="3" destOrd="0" presId="urn:microsoft.com/office/officeart/2008/layout/LinedList"/>
    <dgm:cxn modelId="{43EEEE29-1C78-3E42-98FA-98398C9A7A0B}" type="presParOf" srcId="{3899CFF6-476B-F44D-84B1-4651B1C2B3A5}" destId="{98325F7E-9087-D345-A8A1-7DB6E631ACA1}" srcOrd="0" destOrd="0" presId="urn:microsoft.com/office/officeart/2008/layout/LinedList"/>
    <dgm:cxn modelId="{4721D150-1AEB-6E49-AF7B-DEC3FE700C40}" type="presParOf" srcId="{3899CFF6-476B-F44D-84B1-4651B1C2B3A5}" destId="{9EB9E570-422E-F643-9A61-F736FD3CAA1E}" srcOrd="1" destOrd="0" presId="urn:microsoft.com/office/officeart/2008/layout/LinedList"/>
    <dgm:cxn modelId="{F8C30B0A-C291-7642-8EF0-8E3DDC4F29F1}" type="presParOf" srcId="{BA991E24-24AB-594B-81DB-014810ED033F}" destId="{5D3CDCF2-B9FE-6F45-B26B-2914E9CFACC8}" srcOrd="4" destOrd="0" presId="urn:microsoft.com/office/officeart/2008/layout/LinedList"/>
    <dgm:cxn modelId="{D62C87BF-922F-FA40-AFA4-DB1653508749}" type="presParOf" srcId="{BA991E24-24AB-594B-81DB-014810ED033F}" destId="{EF5F3BEF-680B-4646-8BA8-0C560999C292}" srcOrd="5" destOrd="0" presId="urn:microsoft.com/office/officeart/2008/layout/LinedList"/>
    <dgm:cxn modelId="{69628208-AE8D-9742-B983-14A706DA9069}" type="presParOf" srcId="{EF5F3BEF-680B-4646-8BA8-0C560999C292}" destId="{88D9B6F6-1CCE-894F-B614-2B8A01306253}" srcOrd="0" destOrd="0" presId="urn:microsoft.com/office/officeart/2008/layout/LinedList"/>
    <dgm:cxn modelId="{88197024-68A0-8B4F-97F9-13E909DEB942}" type="presParOf" srcId="{EF5F3BEF-680B-4646-8BA8-0C560999C292}" destId="{357993CC-353A-184C-8800-F1F48C8721C9}" srcOrd="1" destOrd="0" presId="urn:microsoft.com/office/officeart/2008/layout/LinedList"/>
    <dgm:cxn modelId="{4D31025A-4FED-434D-9BB3-AB50DE10B680}" type="presParOf" srcId="{BA991E24-24AB-594B-81DB-014810ED033F}" destId="{53737AB3-1C6F-E64B-861D-9F67A85986D3}" srcOrd="6" destOrd="0" presId="urn:microsoft.com/office/officeart/2008/layout/LinedList"/>
    <dgm:cxn modelId="{B463B5A0-41BC-9E44-8814-19B001EA05BD}" type="presParOf" srcId="{BA991E24-24AB-594B-81DB-014810ED033F}" destId="{B0FE3BE8-60FF-0B43-8E19-593536E43D5B}" srcOrd="7" destOrd="0" presId="urn:microsoft.com/office/officeart/2008/layout/LinedList"/>
    <dgm:cxn modelId="{5DCD430A-6A68-DF41-B210-A804F5580BC4}" type="presParOf" srcId="{B0FE3BE8-60FF-0B43-8E19-593536E43D5B}" destId="{007D16BA-49D9-C24D-8B70-5DB3B47403EB}" srcOrd="0" destOrd="0" presId="urn:microsoft.com/office/officeart/2008/layout/LinedList"/>
    <dgm:cxn modelId="{9B81C0CB-8269-5A42-ACE2-87DD70844A14}" type="presParOf" srcId="{B0FE3BE8-60FF-0B43-8E19-593536E43D5B}" destId="{0668EFA6-F59A-2C47-B49D-4938AE06EF09}" srcOrd="1" destOrd="0" presId="urn:microsoft.com/office/officeart/2008/layout/LinedList"/>
    <dgm:cxn modelId="{6F0D096F-9E73-C540-81C1-8A2E71363F43}" type="presParOf" srcId="{BA991E24-24AB-594B-81DB-014810ED033F}" destId="{C433496A-161A-9241-AB31-1304937CA6D4}" srcOrd="8" destOrd="0" presId="urn:microsoft.com/office/officeart/2008/layout/LinedList"/>
    <dgm:cxn modelId="{2CF0A2F3-EC97-9E43-B295-CAD7B5F287CC}" type="presParOf" srcId="{BA991E24-24AB-594B-81DB-014810ED033F}" destId="{78A2B2D7-D20E-3C47-BC47-1D3283A37869}" srcOrd="9" destOrd="0" presId="urn:microsoft.com/office/officeart/2008/layout/LinedList"/>
    <dgm:cxn modelId="{89510B67-1CB9-2146-97B3-49B06963EB84}" type="presParOf" srcId="{78A2B2D7-D20E-3C47-BC47-1D3283A37869}" destId="{C7E3B020-6C7A-EA4E-B1F1-E0E8D3F70380}" srcOrd="0" destOrd="0" presId="urn:microsoft.com/office/officeart/2008/layout/LinedList"/>
    <dgm:cxn modelId="{930B0347-6FDB-7C4D-9193-E83FC9F346C0}" type="presParOf" srcId="{78A2B2D7-D20E-3C47-BC47-1D3283A37869}" destId="{1388136D-1992-AA40-8501-DD4A9C2C15AE}" srcOrd="1" destOrd="0" presId="urn:microsoft.com/office/officeart/2008/layout/LinedList"/>
    <dgm:cxn modelId="{8D0D924D-2F47-EE4F-BE13-21A3A1F6BC35}" type="presParOf" srcId="{BA991E24-24AB-594B-81DB-014810ED033F}" destId="{A7A36CC0-4736-6B49-BD16-509D44704D31}" srcOrd="10" destOrd="0" presId="urn:microsoft.com/office/officeart/2008/layout/LinedList"/>
    <dgm:cxn modelId="{C427F484-0975-9745-A99F-85A4DD078950}" type="presParOf" srcId="{BA991E24-24AB-594B-81DB-014810ED033F}" destId="{2640FE49-29E1-EC4D-9BC4-189A39B075B4}" srcOrd="11" destOrd="0" presId="urn:microsoft.com/office/officeart/2008/layout/LinedList"/>
    <dgm:cxn modelId="{4B358BF8-9D00-794B-B87C-3D88BE8FD88D}" type="presParOf" srcId="{2640FE49-29E1-EC4D-9BC4-189A39B075B4}" destId="{ADB771C1-B019-C44F-A343-B2A3D852911C}" srcOrd="0" destOrd="0" presId="urn:microsoft.com/office/officeart/2008/layout/LinedList"/>
    <dgm:cxn modelId="{4E406D43-3470-C54C-BD51-A96683E3FD28}" type="presParOf" srcId="{2640FE49-29E1-EC4D-9BC4-189A39B075B4}" destId="{4AB60C44-F95B-A744-A56B-E3BBE9889A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ACBDB-FF65-42E5-8F22-680DC14DADA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06E2A92-1D63-4349-811C-4ED467F8B644}">
      <dgm:prSet/>
      <dgm:spPr/>
      <dgm:t>
        <a:bodyPr/>
        <a:lstStyle/>
        <a:p>
          <a:r>
            <a:rPr lang="en-US" dirty="0"/>
            <a:t>Derived feature: </a:t>
          </a:r>
          <a:r>
            <a:rPr lang="en-US" dirty="0" err="1"/>
            <a:t>License_Duration</a:t>
          </a:r>
          <a:r>
            <a:rPr lang="en-US" dirty="0"/>
            <a:t> = Expiration Date − Issuance Date</a:t>
          </a:r>
        </a:p>
      </dgm:t>
    </dgm:pt>
    <dgm:pt modelId="{97F2D2E0-7A8A-4461-827D-91803B61A1AD}" type="parTrans" cxnId="{3EBAE867-63B6-4532-B9D5-E8E93A908819}">
      <dgm:prSet/>
      <dgm:spPr/>
      <dgm:t>
        <a:bodyPr/>
        <a:lstStyle/>
        <a:p>
          <a:endParaRPr lang="en-US"/>
        </a:p>
      </dgm:t>
    </dgm:pt>
    <dgm:pt modelId="{9A691CEE-90C4-45F9-B756-DE60E56861AC}" type="sibTrans" cxnId="{3EBAE867-63B6-4532-B9D5-E8E93A908819}">
      <dgm:prSet/>
      <dgm:spPr/>
      <dgm:t>
        <a:bodyPr/>
        <a:lstStyle/>
        <a:p>
          <a:endParaRPr lang="en-US"/>
        </a:p>
      </dgm:t>
    </dgm:pt>
    <dgm:pt modelId="{E5894FCF-7CBC-40BB-B6BC-69102B0F280C}">
      <dgm:prSet/>
      <dgm:spPr/>
      <dgm:t>
        <a:bodyPr/>
        <a:lstStyle/>
        <a:p>
          <a:r>
            <a:rPr lang="en-US" dirty="0"/>
            <a:t>One-Hot Encoded categorical features (Borough, License Status)</a:t>
          </a:r>
        </a:p>
      </dgm:t>
    </dgm:pt>
    <dgm:pt modelId="{1A9EB8ED-43F2-4DA2-87DE-6542D287E6B1}" type="parTrans" cxnId="{D9DFB8FF-5B04-4087-8792-DC6DC64F9D4D}">
      <dgm:prSet/>
      <dgm:spPr/>
      <dgm:t>
        <a:bodyPr/>
        <a:lstStyle/>
        <a:p>
          <a:endParaRPr lang="en-US"/>
        </a:p>
      </dgm:t>
    </dgm:pt>
    <dgm:pt modelId="{D96461A4-DB3D-4A51-986A-476FD12FDFA4}" type="sibTrans" cxnId="{D9DFB8FF-5B04-4087-8792-DC6DC64F9D4D}">
      <dgm:prSet/>
      <dgm:spPr/>
      <dgm:t>
        <a:bodyPr/>
        <a:lstStyle/>
        <a:p>
          <a:endParaRPr lang="en-US"/>
        </a:p>
      </dgm:t>
    </dgm:pt>
    <dgm:pt modelId="{49856F05-56B8-4E1F-9217-A3A07A8274D3}">
      <dgm:prSet/>
      <dgm:spPr/>
      <dgm:t>
        <a:bodyPr/>
        <a:lstStyle/>
        <a:p>
          <a:r>
            <a:rPr lang="en-US"/>
            <a:t>StandardScaler for numeric fields</a:t>
          </a:r>
        </a:p>
      </dgm:t>
    </dgm:pt>
    <dgm:pt modelId="{EFF9A046-72C2-403A-9822-803AB4A68A02}" type="parTrans" cxnId="{66CD6C29-3FED-48E0-A51D-400936DFDA28}">
      <dgm:prSet/>
      <dgm:spPr/>
      <dgm:t>
        <a:bodyPr/>
        <a:lstStyle/>
        <a:p>
          <a:endParaRPr lang="en-US"/>
        </a:p>
      </dgm:t>
    </dgm:pt>
    <dgm:pt modelId="{574F7368-07F4-4FB9-BD69-3A747D7E5059}" type="sibTrans" cxnId="{66CD6C29-3FED-48E0-A51D-400936DFDA28}">
      <dgm:prSet/>
      <dgm:spPr/>
      <dgm:t>
        <a:bodyPr/>
        <a:lstStyle/>
        <a:p>
          <a:endParaRPr lang="en-US"/>
        </a:p>
      </dgm:t>
    </dgm:pt>
    <dgm:pt modelId="{78F87286-02A0-4841-BBED-F4E3E6085ED9}">
      <dgm:prSet/>
      <dgm:spPr/>
      <dgm:t>
        <a:bodyPr/>
        <a:lstStyle/>
        <a:p>
          <a:r>
            <a:rPr lang="en-US" dirty="0"/>
            <a:t>Train/Test split 70/20/10, stratified</a:t>
          </a:r>
        </a:p>
      </dgm:t>
    </dgm:pt>
    <dgm:pt modelId="{0A1924C5-3EBE-4664-8870-65ADF37CF25F}" type="parTrans" cxnId="{61B650F8-BED3-4512-A37D-0319F78FED52}">
      <dgm:prSet/>
      <dgm:spPr/>
      <dgm:t>
        <a:bodyPr/>
        <a:lstStyle/>
        <a:p>
          <a:endParaRPr lang="en-US"/>
        </a:p>
      </dgm:t>
    </dgm:pt>
    <dgm:pt modelId="{832D9AAA-66DF-45A8-9459-2A1B7F7972CB}" type="sibTrans" cxnId="{61B650F8-BED3-4512-A37D-0319F78FED52}">
      <dgm:prSet/>
      <dgm:spPr/>
      <dgm:t>
        <a:bodyPr/>
        <a:lstStyle/>
        <a:p>
          <a:endParaRPr lang="en-US"/>
        </a:p>
      </dgm:t>
    </dgm:pt>
    <dgm:pt modelId="{A124B85C-3F77-48E5-AE88-920BF20F631B}">
      <dgm:prSet/>
      <dgm:spPr/>
      <dgm:t>
        <a:bodyPr/>
        <a:lstStyle/>
        <a:p>
          <a:r>
            <a:rPr lang="en-US" dirty="0"/>
            <a:t>SMOTE oversampling for class imbalance</a:t>
          </a:r>
        </a:p>
      </dgm:t>
    </dgm:pt>
    <dgm:pt modelId="{444B9863-A1B4-4546-8A28-EEC728B2AF3C}" type="parTrans" cxnId="{6BB98F4A-3959-4DD1-9868-80FEF15753D3}">
      <dgm:prSet/>
      <dgm:spPr/>
      <dgm:t>
        <a:bodyPr/>
        <a:lstStyle/>
        <a:p>
          <a:endParaRPr lang="en-US"/>
        </a:p>
      </dgm:t>
    </dgm:pt>
    <dgm:pt modelId="{52B2E68C-A321-417E-8F0D-2DD6C6DE280F}" type="sibTrans" cxnId="{6BB98F4A-3959-4DD1-9868-80FEF15753D3}">
      <dgm:prSet/>
      <dgm:spPr/>
      <dgm:t>
        <a:bodyPr/>
        <a:lstStyle/>
        <a:p>
          <a:endParaRPr lang="en-US"/>
        </a:p>
      </dgm:t>
    </dgm:pt>
    <dgm:pt modelId="{D41D3081-500C-E34D-8B4D-D38A91B5B31F}" type="pres">
      <dgm:prSet presAssocID="{732ACBDB-FF65-42E5-8F22-680DC14DADA1}" presName="vert0" presStyleCnt="0">
        <dgm:presLayoutVars>
          <dgm:dir/>
          <dgm:animOne val="branch"/>
          <dgm:animLvl val="lvl"/>
        </dgm:presLayoutVars>
      </dgm:prSet>
      <dgm:spPr/>
    </dgm:pt>
    <dgm:pt modelId="{CA2B0685-5367-D749-B5EE-7AC7CEFF8F89}" type="pres">
      <dgm:prSet presAssocID="{A06E2A92-1D63-4349-811C-4ED467F8B644}" presName="thickLine" presStyleLbl="alignNode1" presStyleIdx="0" presStyleCnt="5"/>
      <dgm:spPr/>
    </dgm:pt>
    <dgm:pt modelId="{690EACC8-F713-D840-8087-2A49F532AAF3}" type="pres">
      <dgm:prSet presAssocID="{A06E2A92-1D63-4349-811C-4ED467F8B644}" presName="horz1" presStyleCnt="0"/>
      <dgm:spPr/>
    </dgm:pt>
    <dgm:pt modelId="{58DEB6D2-95C1-484F-B717-8020F562CEC3}" type="pres">
      <dgm:prSet presAssocID="{A06E2A92-1D63-4349-811C-4ED467F8B644}" presName="tx1" presStyleLbl="revTx" presStyleIdx="0" presStyleCnt="5"/>
      <dgm:spPr/>
    </dgm:pt>
    <dgm:pt modelId="{8E1F3709-A914-C144-BD87-1ED63933655D}" type="pres">
      <dgm:prSet presAssocID="{A06E2A92-1D63-4349-811C-4ED467F8B644}" presName="vert1" presStyleCnt="0"/>
      <dgm:spPr/>
    </dgm:pt>
    <dgm:pt modelId="{C0C22B13-0A15-D144-B1D3-A98D339779D9}" type="pres">
      <dgm:prSet presAssocID="{E5894FCF-7CBC-40BB-B6BC-69102B0F280C}" presName="thickLine" presStyleLbl="alignNode1" presStyleIdx="1" presStyleCnt="5"/>
      <dgm:spPr/>
    </dgm:pt>
    <dgm:pt modelId="{A16C6556-6E38-484D-93DC-6F709D2495B5}" type="pres">
      <dgm:prSet presAssocID="{E5894FCF-7CBC-40BB-B6BC-69102B0F280C}" presName="horz1" presStyleCnt="0"/>
      <dgm:spPr/>
    </dgm:pt>
    <dgm:pt modelId="{28DC5112-D9FD-AE4F-8320-A8C979E576AC}" type="pres">
      <dgm:prSet presAssocID="{E5894FCF-7CBC-40BB-B6BC-69102B0F280C}" presName="tx1" presStyleLbl="revTx" presStyleIdx="1" presStyleCnt="5"/>
      <dgm:spPr/>
    </dgm:pt>
    <dgm:pt modelId="{F62A826B-0634-8248-8579-A3FF538B05DA}" type="pres">
      <dgm:prSet presAssocID="{E5894FCF-7CBC-40BB-B6BC-69102B0F280C}" presName="vert1" presStyleCnt="0"/>
      <dgm:spPr/>
    </dgm:pt>
    <dgm:pt modelId="{7B1A46E6-99C0-564D-8225-D04818A5531E}" type="pres">
      <dgm:prSet presAssocID="{49856F05-56B8-4E1F-9217-A3A07A8274D3}" presName="thickLine" presStyleLbl="alignNode1" presStyleIdx="2" presStyleCnt="5"/>
      <dgm:spPr/>
    </dgm:pt>
    <dgm:pt modelId="{E86D0AA4-1B66-514D-8369-30FE6D8B1969}" type="pres">
      <dgm:prSet presAssocID="{49856F05-56B8-4E1F-9217-A3A07A8274D3}" presName="horz1" presStyleCnt="0"/>
      <dgm:spPr/>
    </dgm:pt>
    <dgm:pt modelId="{F177B1B7-B7B9-A04A-A937-93FA8217EACF}" type="pres">
      <dgm:prSet presAssocID="{49856F05-56B8-4E1F-9217-A3A07A8274D3}" presName="tx1" presStyleLbl="revTx" presStyleIdx="2" presStyleCnt="5"/>
      <dgm:spPr/>
    </dgm:pt>
    <dgm:pt modelId="{344E64E6-8D9D-9C48-8F5D-1B5392F9E7F1}" type="pres">
      <dgm:prSet presAssocID="{49856F05-56B8-4E1F-9217-A3A07A8274D3}" presName="vert1" presStyleCnt="0"/>
      <dgm:spPr/>
    </dgm:pt>
    <dgm:pt modelId="{E4D35E8A-7217-724D-92F4-EAC26B788508}" type="pres">
      <dgm:prSet presAssocID="{78F87286-02A0-4841-BBED-F4E3E6085ED9}" presName="thickLine" presStyleLbl="alignNode1" presStyleIdx="3" presStyleCnt="5"/>
      <dgm:spPr/>
    </dgm:pt>
    <dgm:pt modelId="{9BE86869-0717-0342-B1A7-8DD9DF719258}" type="pres">
      <dgm:prSet presAssocID="{78F87286-02A0-4841-BBED-F4E3E6085ED9}" presName="horz1" presStyleCnt="0"/>
      <dgm:spPr/>
    </dgm:pt>
    <dgm:pt modelId="{12CA57B9-D046-3746-A0B8-875FAFF46A9B}" type="pres">
      <dgm:prSet presAssocID="{78F87286-02A0-4841-BBED-F4E3E6085ED9}" presName="tx1" presStyleLbl="revTx" presStyleIdx="3" presStyleCnt="5"/>
      <dgm:spPr/>
    </dgm:pt>
    <dgm:pt modelId="{F350C17A-54BA-974E-8944-02B430E50D66}" type="pres">
      <dgm:prSet presAssocID="{78F87286-02A0-4841-BBED-F4E3E6085ED9}" presName="vert1" presStyleCnt="0"/>
      <dgm:spPr/>
    </dgm:pt>
    <dgm:pt modelId="{85C6C67C-A40A-7346-A136-67C9A3F9092C}" type="pres">
      <dgm:prSet presAssocID="{A124B85C-3F77-48E5-AE88-920BF20F631B}" presName="thickLine" presStyleLbl="alignNode1" presStyleIdx="4" presStyleCnt="5"/>
      <dgm:spPr/>
    </dgm:pt>
    <dgm:pt modelId="{7781538B-D5E2-B645-B4A0-606346361B74}" type="pres">
      <dgm:prSet presAssocID="{A124B85C-3F77-48E5-AE88-920BF20F631B}" presName="horz1" presStyleCnt="0"/>
      <dgm:spPr/>
    </dgm:pt>
    <dgm:pt modelId="{31FD8C4E-CC46-0540-AA20-0AA723C0DB5A}" type="pres">
      <dgm:prSet presAssocID="{A124B85C-3F77-48E5-AE88-920BF20F631B}" presName="tx1" presStyleLbl="revTx" presStyleIdx="4" presStyleCnt="5"/>
      <dgm:spPr/>
    </dgm:pt>
    <dgm:pt modelId="{44EFA532-2F0E-FD49-95BD-43187ED94C21}" type="pres">
      <dgm:prSet presAssocID="{A124B85C-3F77-48E5-AE88-920BF20F631B}" presName="vert1" presStyleCnt="0"/>
      <dgm:spPr/>
    </dgm:pt>
  </dgm:ptLst>
  <dgm:cxnLst>
    <dgm:cxn modelId="{66CD6C29-3FED-48E0-A51D-400936DFDA28}" srcId="{732ACBDB-FF65-42E5-8F22-680DC14DADA1}" destId="{49856F05-56B8-4E1F-9217-A3A07A8274D3}" srcOrd="2" destOrd="0" parTransId="{EFF9A046-72C2-403A-9822-803AB4A68A02}" sibTransId="{574F7368-07F4-4FB9-BD69-3A747D7E5059}"/>
    <dgm:cxn modelId="{D38BB532-7C39-2D46-8498-3698FD22C0F1}" type="presOf" srcId="{E5894FCF-7CBC-40BB-B6BC-69102B0F280C}" destId="{28DC5112-D9FD-AE4F-8320-A8C979E576AC}" srcOrd="0" destOrd="0" presId="urn:microsoft.com/office/officeart/2008/layout/LinedList"/>
    <dgm:cxn modelId="{EB607E63-2E5D-134A-B29B-3BD41C761BFD}" type="presOf" srcId="{A06E2A92-1D63-4349-811C-4ED467F8B644}" destId="{58DEB6D2-95C1-484F-B717-8020F562CEC3}" srcOrd="0" destOrd="0" presId="urn:microsoft.com/office/officeart/2008/layout/LinedList"/>
    <dgm:cxn modelId="{E1105F65-E57B-4144-9882-2BED568DEF35}" type="presOf" srcId="{49856F05-56B8-4E1F-9217-A3A07A8274D3}" destId="{F177B1B7-B7B9-A04A-A937-93FA8217EACF}" srcOrd="0" destOrd="0" presId="urn:microsoft.com/office/officeart/2008/layout/LinedList"/>
    <dgm:cxn modelId="{3EBAE867-63B6-4532-B9D5-E8E93A908819}" srcId="{732ACBDB-FF65-42E5-8F22-680DC14DADA1}" destId="{A06E2A92-1D63-4349-811C-4ED467F8B644}" srcOrd="0" destOrd="0" parTransId="{97F2D2E0-7A8A-4461-827D-91803B61A1AD}" sibTransId="{9A691CEE-90C4-45F9-B756-DE60E56861AC}"/>
    <dgm:cxn modelId="{6BB98F4A-3959-4DD1-9868-80FEF15753D3}" srcId="{732ACBDB-FF65-42E5-8F22-680DC14DADA1}" destId="{A124B85C-3F77-48E5-AE88-920BF20F631B}" srcOrd="4" destOrd="0" parTransId="{444B9863-A1B4-4546-8A28-EEC728B2AF3C}" sibTransId="{52B2E68C-A321-417E-8F0D-2DD6C6DE280F}"/>
    <dgm:cxn modelId="{2728839F-FFA0-0F43-8ADA-61938F832CA1}" type="presOf" srcId="{A124B85C-3F77-48E5-AE88-920BF20F631B}" destId="{31FD8C4E-CC46-0540-AA20-0AA723C0DB5A}" srcOrd="0" destOrd="0" presId="urn:microsoft.com/office/officeart/2008/layout/LinedList"/>
    <dgm:cxn modelId="{FA0BF9DD-634B-C745-A0B7-40EA76CC6879}" type="presOf" srcId="{732ACBDB-FF65-42E5-8F22-680DC14DADA1}" destId="{D41D3081-500C-E34D-8B4D-D38A91B5B31F}" srcOrd="0" destOrd="0" presId="urn:microsoft.com/office/officeart/2008/layout/LinedList"/>
    <dgm:cxn modelId="{B2AD8DE1-B874-EC4E-B019-230A39607329}" type="presOf" srcId="{78F87286-02A0-4841-BBED-F4E3E6085ED9}" destId="{12CA57B9-D046-3746-A0B8-875FAFF46A9B}" srcOrd="0" destOrd="0" presId="urn:microsoft.com/office/officeart/2008/layout/LinedList"/>
    <dgm:cxn modelId="{61B650F8-BED3-4512-A37D-0319F78FED52}" srcId="{732ACBDB-FF65-42E5-8F22-680DC14DADA1}" destId="{78F87286-02A0-4841-BBED-F4E3E6085ED9}" srcOrd="3" destOrd="0" parTransId="{0A1924C5-3EBE-4664-8870-65ADF37CF25F}" sibTransId="{832D9AAA-66DF-45A8-9459-2A1B7F7972CB}"/>
    <dgm:cxn modelId="{D9DFB8FF-5B04-4087-8792-DC6DC64F9D4D}" srcId="{732ACBDB-FF65-42E5-8F22-680DC14DADA1}" destId="{E5894FCF-7CBC-40BB-B6BC-69102B0F280C}" srcOrd="1" destOrd="0" parTransId="{1A9EB8ED-43F2-4DA2-87DE-6542D287E6B1}" sibTransId="{D96461A4-DB3D-4A51-986A-476FD12FDFA4}"/>
    <dgm:cxn modelId="{235E5D35-5BF8-514C-B66F-6F513D78E512}" type="presParOf" srcId="{D41D3081-500C-E34D-8B4D-D38A91B5B31F}" destId="{CA2B0685-5367-D749-B5EE-7AC7CEFF8F89}" srcOrd="0" destOrd="0" presId="urn:microsoft.com/office/officeart/2008/layout/LinedList"/>
    <dgm:cxn modelId="{507D0A10-DFCF-9F45-A424-D32291703586}" type="presParOf" srcId="{D41D3081-500C-E34D-8B4D-D38A91B5B31F}" destId="{690EACC8-F713-D840-8087-2A49F532AAF3}" srcOrd="1" destOrd="0" presId="urn:microsoft.com/office/officeart/2008/layout/LinedList"/>
    <dgm:cxn modelId="{028966E5-B1F7-6E49-ADE2-AF072E8F1DB5}" type="presParOf" srcId="{690EACC8-F713-D840-8087-2A49F532AAF3}" destId="{58DEB6D2-95C1-484F-B717-8020F562CEC3}" srcOrd="0" destOrd="0" presId="urn:microsoft.com/office/officeart/2008/layout/LinedList"/>
    <dgm:cxn modelId="{9613C357-0E36-0440-AFF2-E3FB6F04C6BE}" type="presParOf" srcId="{690EACC8-F713-D840-8087-2A49F532AAF3}" destId="{8E1F3709-A914-C144-BD87-1ED63933655D}" srcOrd="1" destOrd="0" presId="urn:microsoft.com/office/officeart/2008/layout/LinedList"/>
    <dgm:cxn modelId="{C06E2371-2578-C243-B216-07CB2551F9F9}" type="presParOf" srcId="{D41D3081-500C-E34D-8B4D-D38A91B5B31F}" destId="{C0C22B13-0A15-D144-B1D3-A98D339779D9}" srcOrd="2" destOrd="0" presId="urn:microsoft.com/office/officeart/2008/layout/LinedList"/>
    <dgm:cxn modelId="{62DFB8FE-8FF9-3848-A2E6-BED563181D56}" type="presParOf" srcId="{D41D3081-500C-E34D-8B4D-D38A91B5B31F}" destId="{A16C6556-6E38-484D-93DC-6F709D2495B5}" srcOrd="3" destOrd="0" presId="urn:microsoft.com/office/officeart/2008/layout/LinedList"/>
    <dgm:cxn modelId="{13F8C073-DF2C-7143-8399-FF81072D57E7}" type="presParOf" srcId="{A16C6556-6E38-484D-93DC-6F709D2495B5}" destId="{28DC5112-D9FD-AE4F-8320-A8C979E576AC}" srcOrd="0" destOrd="0" presId="urn:microsoft.com/office/officeart/2008/layout/LinedList"/>
    <dgm:cxn modelId="{B5EEF9AC-02CD-A040-8151-EEA315E17E19}" type="presParOf" srcId="{A16C6556-6E38-484D-93DC-6F709D2495B5}" destId="{F62A826B-0634-8248-8579-A3FF538B05DA}" srcOrd="1" destOrd="0" presId="urn:microsoft.com/office/officeart/2008/layout/LinedList"/>
    <dgm:cxn modelId="{A5BCAE6D-6AC0-2C46-8C5A-D42E9F5F7AEF}" type="presParOf" srcId="{D41D3081-500C-E34D-8B4D-D38A91B5B31F}" destId="{7B1A46E6-99C0-564D-8225-D04818A5531E}" srcOrd="4" destOrd="0" presId="urn:microsoft.com/office/officeart/2008/layout/LinedList"/>
    <dgm:cxn modelId="{BC66C3B2-A108-7E48-AB7F-453B8FBB6B4D}" type="presParOf" srcId="{D41D3081-500C-E34D-8B4D-D38A91B5B31F}" destId="{E86D0AA4-1B66-514D-8369-30FE6D8B1969}" srcOrd="5" destOrd="0" presId="urn:microsoft.com/office/officeart/2008/layout/LinedList"/>
    <dgm:cxn modelId="{ADD32406-C7D1-5C40-B5D0-FDE8F9F5226E}" type="presParOf" srcId="{E86D0AA4-1B66-514D-8369-30FE6D8B1969}" destId="{F177B1B7-B7B9-A04A-A937-93FA8217EACF}" srcOrd="0" destOrd="0" presId="urn:microsoft.com/office/officeart/2008/layout/LinedList"/>
    <dgm:cxn modelId="{658F12C3-2539-9447-8056-6C1DE34E1EAD}" type="presParOf" srcId="{E86D0AA4-1B66-514D-8369-30FE6D8B1969}" destId="{344E64E6-8D9D-9C48-8F5D-1B5392F9E7F1}" srcOrd="1" destOrd="0" presId="urn:microsoft.com/office/officeart/2008/layout/LinedList"/>
    <dgm:cxn modelId="{01A0F8B4-0276-504C-8338-DB4E2927D1AE}" type="presParOf" srcId="{D41D3081-500C-E34D-8B4D-D38A91B5B31F}" destId="{E4D35E8A-7217-724D-92F4-EAC26B788508}" srcOrd="6" destOrd="0" presId="urn:microsoft.com/office/officeart/2008/layout/LinedList"/>
    <dgm:cxn modelId="{E0FDFA36-5617-7D4A-A4AB-0AA148E0D002}" type="presParOf" srcId="{D41D3081-500C-E34D-8B4D-D38A91B5B31F}" destId="{9BE86869-0717-0342-B1A7-8DD9DF719258}" srcOrd="7" destOrd="0" presId="urn:microsoft.com/office/officeart/2008/layout/LinedList"/>
    <dgm:cxn modelId="{0265CAB1-FC36-2040-8CDD-A39FD6ECC958}" type="presParOf" srcId="{9BE86869-0717-0342-B1A7-8DD9DF719258}" destId="{12CA57B9-D046-3746-A0B8-875FAFF46A9B}" srcOrd="0" destOrd="0" presId="urn:microsoft.com/office/officeart/2008/layout/LinedList"/>
    <dgm:cxn modelId="{0F0F5386-6FDF-0547-8636-3CEBA593112F}" type="presParOf" srcId="{9BE86869-0717-0342-B1A7-8DD9DF719258}" destId="{F350C17A-54BA-974E-8944-02B430E50D66}" srcOrd="1" destOrd="0" presId="urn:microsoft.com/office/officeart/2008/layout/LinedList"/>
    <dgm:cxn modelId="{E50BCAE3-D2C6-D74B-BD0D-2366C7E6676A}" type="presParOf" srcId="{D41D3081-500C-E34D-8B4D-D38A91B5B31F}" destId="{85C6C67C-A40A-7346-A136-67C9A3F9092C}" srcOrd="8" destOrd="0" presId="urn:microsoft.com/office/officeart/2008/layout/LinedList"/>
    <dgm:cxn modelId="{55EE4927-1295-6644-999C-48ECD6584FE2}" type="presParOf" srcId="{D41D3081-500C-E34D-8B4D-D38A91B5B31F}" destId="{7781538B-D5E2-B645-B4A0-606346361B74}" srcOrd="9" destOrd="0" presId="urn:microsoft.com/office/officeart/2008/layout/LinedList"/>
    <dgm:cxn modelId="{BA8013CE-DAEA-7747-BA2E-B88EE0F9068A}" type="presParOf" srcId="{7781538B-D5E2-B645-B4A0-606346361B74}" destId="{31FD8C4E-CC46-0540-AA20-0AA723C0DB5A}" srcOrd="0" destOrd="0" presId="urn:microsoft.com/office/officeart/2008/layout/LinedList"/>
    <dgm:cxn modelId="{F15E8C6B-0A78-3B44-B4F9-B7F0054E055D}" type="presParOf" srcId="{7781538B-D5E2-B645-B4A0-606346361B74}" destId="{44EFA532-2F0E-FD49-95BD-43187ED94C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2D0B57-EDE1-4B43-8E7C-3E01050C585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9C6848-6807-41FE-8346-EA2BFAB85E28}">
      <dgm:prSet/>
      <dgm:spPr/>
      <dgm:t>
        <a:bodyPr/>
        <a:lstStyle/>
        <a:p>
          <a:r>
            <a:rPr lang="en-US" dirty="0"/>
            <a:t>Goal: Predict missing Latitude &amp; Longitude</a:t>
          </a:r>
        </a:p>
      </dgm:t>
    </dgm:pt>
    <dgm:pt modelId="{33765389-7036-4643-8500-B9BD7EC4AC99}" type="parTrans" cxnId="{5D5FE5EF-9D80-4A1A-B799-A74A7F54E1E1}">
      <dgm:prSet/>
      <dgm:spPr/>
      <dgm:t>
        <a:bodyPr/>
        <a:lstStyle/>
        <a:p>
          <a:endParaRPr lang="en-US"/>
        </a:p>
      </dgm:t>
    </dgm:pt>
    <dgm:pt modelId="{851C4428-3C5D-46CB-A1DD-FE1FDC9C64B2}" type="sibTrans" cxnId="{5D5FE5EF-9D80-4A1A-B799-A74A7F54E1E1}">
      <dgm:prSet/>
      <dgm:spPr/>
      <dgm:t>
        <a:bodyPr/>
        <a:lstStyle/>
        <a:p>
          <a:endParaRPr lang="en-US"/>
        </a:p>
      </dgm:t>
    </dgm:pt>
    <dgm:pt modelId="{20B8711A-5F67-4EF7-AB51-834FFB15046D}">
      <dgm:prSet/>
      <dgm:spPr/>
      <dgm:t>
        <a:bodyPr/>
        <a:lstStyle/>
        <a:p>
          <a:r>
            <a:rPr lang="en-US" dirty="0"/>
            <a:t>Models Evaluated</a:t>
          </a:r>
        </a:p>
      </dgm:t>
    </dgm:pt>
    <dgm:pt modelId="{05F4B43C-2AB5-4A61-85A9-A8229BEB0DD0}" type="parTrans" cxnId="{DA994A5F-993D-4F30-A6B5-32EE4CAD56F5}">
      <dgm:prSet/>
      <dgm:spPr/>
      <dgm:t>
        <a:bodyPr/>
        <a:lstStyle/>
        <a:p>
          <a:endParaRPr lang="en-US"/>
        </a:p>
      </dgm:t>
    </dgm:pt>
    <dgm:pt modelId="{5F69CAA5-2F27-443C-9EA0-3F4EB8566CAF}" type="sibTrans" cxnId="{DA994A5F-993D-4F30-A6B5-32EE4CAD56F5}">
      <dgm:prSet/>
      <dgm:spPr/>
      <dgm:t>
        <a:bodyPr/>
        <a:lstStyle/>
        <a:p>
          <a:endParaRPr lang="en-US"/>
        </a:p>
      </dgm:t>
    </dgm:pt>
    <dgm:pt modelId="{F5E1E5ED-566E-42F9-88AF-656BCCBF4D2E}">
      <dgm:prSet/>
      <dgm:spPr/>
      <dgm:t>
        <a:bodyPr/>
        <a:lstStyle/>
        <a:p>
          <a:r>
            <a:rPr lang="en-US" dirty="0"/>
            <a:t> Ridge Regression</a:t>
          </a:r>
        </a:p>
      </dgm:t>
    </dgm:pt>
    <dgm:pt modelId="{0667BED4-C7A3-49D5-8358-3CA8CA49FBEA}" type="parTrans" cxnId="{B9FDE06F-79DF-4F3D-82DF-AEF3F5176185}">
      <dgm:prSet/>
      <dgm:spPr/>
      <dgm:t>
        <a:bodyPr/>
        <a:lstStyle/>
        <a:p>
          <a:endParaRPr lang="en-US"/>
        </a:p>
      </dgm:t>
    </dgm:pt>
    <dgm:pt modelId="{DF7FB519-21F0-44CF-AE29-431E9C74D0EC}" type="sibTrans" cxnId="{B9FDE06F-79DF-4F3D-82DF-AEF3F5176185}">
      <dgm:prSet/>
      <dgm:spPr/>
      <dgm:t>
        <a:bodyPr/>
        <a:lstStyle/>
        <a:p>
          <a:endParaRPr lang="en-US"/>
        </a:p>
      </dgm:t>
    </dgm:pt>
    <dgm:pt modelId="{9FBCCDA8-BEBD-486E-9426-B496D520AA6E}">
      <dgm:prSet/>
      <dgm:spPr/>
      <dgm:t>
        <a:bodyPr/>
        <a:lstStyle/>
        <a:p>
          <a:r>
            <a:rPr lang="en-US" dirty="0"/>
            <a:t> Decision Tree</a:t>
          </a:r>
        </a:p>
      </dgm:t>
    </dgm:pt>
    <dgm:pt modelId="{339AE00A-64FA-4D7D-9645-12D5CD73AB4D}" type="parTrans" cxnId="{9A2A370C-6CE2-437F-AE50-A2221110B9F0}">
      <dgm:prSet/>
      <dgm:spPr/>
      <dgm:t>
        <a:bodyPr/>
        <a:lstStyle/>
        <a:p>
          <a:endParaRPr lang="en-US"/>
        </a:p>
      </dgm:t>
    </dgm:pt>
    <dgm:pt modelId="{4ACAEE66-7F79-4A87-A9A7-777CC58E41D8}" type="sibTrans" cxnId="{9A2A370C-6CE2-437F-AE50-A2221110B9F0}">
      <dgm:prSet/>
      <dgm:spPr/>
      <dgm:t>
        <a:bodyPr/>
        <a:lstStyle/>
        <a:p>
          <a:endParaRPr lang="en-US"/>
        </a:p>
      </dgm:t>
    </dgm:pt>
    <dgm:pt modelId="{A29174D8-2989-48A0-A0BD-38EDB471FFC0}">
      <dgm:prSet/>
      <dgm:spPr/>
      <dgm:t>
        <a:bodyPr/>
        <a:lstStyle/>
        <a:p>
          <a:r>
            <a:rPr lang="en-US" dirty="0"/>
            <a:t> KNN</a:t>
          </a:r>
        </a:p>
      </dgm:t>
    </dgm:pt>
    <dgm:pt modelId="{41F9CD07-B541-4B83-861C-9AB005A58CC4}" type="parTrans" cxnId="{FF92CA91-8A0F-4953-B16F-C57D8F4EDCBC}">
      <dgm:prSet/>
      <dgm:spPr/>
      <dgm:t>
        <a:bodyPr/>
        <a:lstStyle/>
        <a:p>
          <a:endParaRPr lang="en-US"/>
        </a:p>
      </dgm:t>
    </dgm:pt>
    <dgm:pt modelId="{81F90AD6-09C2-433A-8291-C074C4180D44}" type="sibTrans" cxnId="{FF92CA91-8A0F-4953-B16F-C57D8F4EDCBC}">
      <dgm:prSet/>
      <dgm:spPr/>
      <dgm:t>
        <a:bodyPr/>
        <a:lstStyle/>
        <a:p>
          <a:endParaRPr lang="en-US"/>
        </a:p>
      </dgm:t>
    </dgm:pt>
    <dgm:pt modelId="{E6E49178-DCDB-4A23-B7B6-B65DD7F47648}">
      <dgm:prSet/>
      <dgm:spPr/>
      <dgm:t>
        <a:bodyPr/>
        <a:lstStyle/>
        <a:p>
          <a:r>
            <a:rPr lang="en-US" dirty="0"/>
            <a:t>Random Forest</a:t>
          </a:r>
        </a:p>
      </dgm:t>
    </dgm:pt>
    <dgm:pt modelId="{8636EAEF-DFDD-4227-B99E-856CB3C4D247}" type="parTrans" cxnId="{046EC956-F2D3-4B8B-88BF-CF874DA1F5F9}">
      <dgm:prSet/>
      <dgm:spPr/>
      <dgm:t>
        <a:bodyPr/>
        <a:lstStyle/>
        <a:p>
          <a:endParaRPr lang="en-US"/>
        </a:p>
      </dgm:t>
    </dgm:pt>
    <dgm:pt modelId="{84E51FFD-5FC7-4503-B5EB-862A24303044}" type="sibTrans" cxnId="{046EC956-F2D3-4B8B-88BF-CF874DA1F5F9}">
      <dgm:prSet/>
      <dgm:spPr/>
      <dgm:t>
        <a:bodyPr/>
        <a:lstStyle/>
        <a:p>
          <a:endParaRPr lang="en-US"/>
        </a:p>
      </dgm:t>
    </dgm:pt>
    <dgm:pt modelId="{0E9382FF-EF43-4B4A-9471-2C605B762393}">
      <dgm:prSet/>
      <dgm:spPr/>
      <dgm:t>
        <a:bodyPr/>
        <a:lstStyle/>
        <a:p>
          <a:r>
            <a:rPr lang="en-US" dirty="0"/>
            <a:t> Gradient Boosting</a:t>
          </a:r>
        </a:p>
      </dgm:t>
    </dgm:pt>
    <dgm:pt modelId="{C7A83D5C-44E7-47EA-B2F9-CAB318391CC4}" type="parTrans" cxnId="{D5E9D893-3161-4CD3-A52C-E5CD944BAE5E}">
      <dgm:prSet/>
      <dgm:spPr/>
      <dgm:t>
        <a:bodyPr/>
        <a:lstStyle/>
        <a:p>
          <a:endParaRPr lang="en-US"/>
        </a:p>
      </dgm:t>
    </dgm:pt>
    <dgm:pt modelId="{9E5F5E81-504C-4B89-8FAB-04788E56D8C0}" type="sibTrans" cxnId="{D5E9D893-3161-4CD3-A52C-E5CD944BAE5E}">
      <dgm:prSet/>
      <dgm:spPr/>
      <dgm:t>
        <a:bodyPr/>
        <a:lstStyle/>
        <a:p>
          <a:endParaRPr lang="en-US"/>
        </a:p>
      </dgm:t>
    </dgm:pt>
    <dgm:pt modelId="{E8AF9876-7B3B-4888-A5A9-AD63ADB102A2}">
      <dgm:prSet/>
      <dgm:spPr/>
      <dgm:t>
        <a:bodyPr/>
        <a:lstStyle/>
        <a:p>
          <a:r>
            <a:rPr lang="en-US" dirty="0"/>
            <a:t>Metrics: RMSE, MAE, R²</a:t>
          </a:r>
        </a:p>
      </dgm:t>
    </dgm:pt>
    <dgm:pt modelId="{763BF5B0-0601-4B7D-A0E1-EFB0E6E0AF71}" type="parTrans" cxnId="{9D46C804-BA70-4215-9E20-7B4A088265AA}">
      <dgm:prSet/>
      <dgm:spPr/>
      <dgm:t>
        <a:bodyPr/>
        <a:lstStyle/>
        <a:p>
          <a:endParaRPr lang="en-US"/>
        </a:p>
      </dgm:t>
    </dgm:pt>
    <dgm:pt modelId="{7B2CD8D6-3F07-4128-B19C-B9211B76D649}" type="sibTrans" cxnId="{9D46C804-BA70-4215-9E20-7B4A088265AA}">
      <dgm:prSet/>
      <dgm:spPr/>
      <dgm:t>
        <a:bodyPr/>
        <a:lstStyle/>
        <a:p>
          <a:endParaRPr lang="en-US"/>
        </a:p>
      </dgm:t>
    </dgm:pt>
    <dgm:pt modelId="{196B1C11-C0FE-4490-BF97-FD9C6EDBDBDA}" type="pres">
      <dgm:prSet presAssocID="{BB2D0B57-EDE1-4B43-8E7C-3E01050C58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245D00-FB98-4204-9A15-8C2ED971C54E}" type="pres">
      <dgm:prSet presAssocID="{EB9C6848-6807-41FE-8346-EA2BFAB85E28}" presName="hierRoot1" presStyleCnt="0"/>
      <dgm:spPr/>
    </dgm:pt>
    <dgm:pt modelId="{F5BEF4E4-3049-4E5B-BDC2-23F67A0194A5}" type="pres">
      <dgm:prSet presAssocID="{EB9C6848-6807-41FE-8346-EA2BFAB85E28}" presName="composite" presStyleCnt="0"/>
      <dgm:spPr/>
    </dgm:pt>
    <dgm:pt modelId="{B3DBB2CF-8392-45A0-AC07-B5DABD168F86}" type="pres">
      <dgm:prSet presAssocID="{EB9C6848-6807-41FE-8346-EA2BFAB85E28}" presName="background" presStyleLbl="node0" presStyleIdx="0" presStyleCnt="1"/>
      <dgm:spPr/>
    </dgm:pt>
    <dgm:pt modelId="{DE80726F-2F06-4EE6-B9ED-0341B2A45447}" type="pres">
      <dgm:prSet presAssocID="{EB9C6848-6807-41FE-8346-EA2BFAB85E28}" presName="text" presStyleLbl="fgAcc0" presStyleIdx="0" presStyleCnt="1">
        <dgm:presLayoutVars>
          <dgm:chPref val="3"/>
        </dgm:presLayoutVars>
      </dgm:prSet>
      <dgm:spPr/>
    </dgm:pt>
    <dgm:pt modelId="{8CE05770-E6CF-4DF8-974C-0B4CFA6FE41C}" type="pres">
      <dgm:prSet presAssocID="{EB9C6848-6807-41FE-8346-EA2BFAB85E28}" presName="hierChild2" presStyleCnt="0"/>
      <dgm:spPr/>
    </dgm:pt>
    <dgm:pt modelId="{4603EE6D-2917-4AE0-A95B-9EFC9AD7B315}" type="pres">
      <dgm:prSet presAssocID="{05F4B43C-2AB5-4A61-85A9-A8229BEB0DD0}" presName="Name10" presStyleLbl="parChTrans1D2" presStyleIdx="0" presStyleCnt="2"/>
      <dgm:spPr/>
    </dgm:pt>
    <dgm:pt modelId="{C279A564-4ABE-4344-8D03-1453B4191B65}" type="pres">
      <dgm:prSet presAssocID="{20B8711A-5F67-4EF7-AB51-834FFB15046D}" presName="hierRoot2" presStyleCnt="0"/>
      <dgm:spPr/>
    </dgm:pt>
    <dgm:pt modelId="{7E6D0D52-DB22-4E20-A173-C0FB957F0798}" type="pres">
      <dgm:prSet presAssocID="{20B8711A-5F67-4EF7-AB51-834FFB15046D}" presName="composite2" presStyleCnt="0"/>
      <dgm:spPr/>
    </dgm:pt>
    <dgm:pt modelId="{75704FF3-D150-4278-A58C-DC0539721CC9}" type="pres">
      <dgm:prSet presAssocID="{20B8711A-5F67-4EF7-AB51-834FFB15046D}" presName="background2" presStyleLbl="node2" presStyleIdx="0" presStyleCnt="2"/>
      <dgm:spPr/>
    </dgm:pt>
    <dgm:pt modelId="{059FE458-2DED-42DF-813A-B55B3412DBA9}" type="pres">
      <dgm:prSet presAssocID="{20B8711A-5F67-4EF7-AB51-834FFB15046D}" presName="text2" presStyleLbl="fgAcc2" presStyleIdx="0" presStyleCnt="2">
        <dgm:presLayoutVars>
          <dgm:chPref val="3"/>
        </dgm:presLayoutVars>
      </dgm:prSet>
      <dgm:spPr/>
    </dgm:pt>
    <dgm:pt modelId="{DFBFCF94-59D2-4900-9162-35DDDF7EA15E}" type="pres">
      <dgm:prSet presAssocID="{20B8711A-5F67-4EF7-AB51-834FFB15046D}" presName="hierChild3" presStyleCnt="0"/>
      <dgm:spPr/>
    </dgm:pt>
    <dgm:pt modelId="{ABCDCE1D-F3CE-4719-B47C-EAC874E018DB}" type="pres">
      <dgm:prSet presAssocID="{0667BED4-C7A3-49D5-8358-3CA8CA49FBEA}" presName="Name17" presStyleLbl="parChTrans1D3" presStyleIdx="0" presStyleCnt="5"/>
      <dgm:spPr/>
    </dgm:pt>
    <dgm:pt modelId="{A847ABD9-05BC-4678-A696-2F130A0A4E86}" type="pres">
      <dgm:prSet presAssocID="{F5E1E5ED-566E-42F9-88AF-656BCCBF4D2E}" presName="hierRoot3" presStyleCnt="0"/>
      <dgm:spPr/>
    </dgm:pt>
    <dgm:pt modelId="{AB36E3CC-E12A-4576-9AAD-2D519EEB67DD}" type="pres">
      <dgm:prSet presAssocID="{F5E1E5ED-566E-42F9-88AF-656BCCBF4D2E}" presName="composite3" presStyleCnt="0"/>
      <dgm:spPr/>
    </dgm:pt>
    <dgm:pt modelId="{6DD295AA-38E1-49D9-926E-76BDBA146661}" type="pres">
      <dgm:prSet presAssocID="{F5E1E5ED-566E-42F9-88AF-656BCCBF4D2E}" presName="background3" presStyleLbl="node3" presStyleIdx="0" presStyleCnt="5"/>
      <dgm:spPr/>
    </dgm:pt>
    <dgm:pt modelId="{E18DC8A4-8B2F-49E8-A7C8-A4823E9F6D76}" type="pres">
      <dgm:prSet presAssocID="{F5E1E5ED-566E-42F9-88AF-656BCCBF4D2E}" presName="text3" presStyleLbl="fgAcc3" presStyleIdx="0" presStyleCnt="5">
        <dgm:presLayoutVars>
          <dgm:chPref val="3"/>
        </dgm:presLayoutVars>
      </dgm:prSet>
      <dgm:spPr/>
    </dgm:pt>
    <dgm:pt modelId="{A1252336-E8A5-4A44-8D0C-F27DCA1608FF}" type="pres">
      <dgm:prSet presAssocID="{F5E1E5ED-566E-42F9-88AF-656BCCBF4D2E}" presName="hierChild4" presStyleCnt="0"/>
      <dgm:spPr/>
    </dgm:pt>
    <dgm:pt modelId="{8DE88D03-D4BE-4DAC-9338-04FC045907E5}" type="pres">
      <dgm:prSet presAssocID="{339AE00A-64FA-4D7D-9645-12D5CD73AB4D}" presName="Name17" presStyleLbl="parChTrans1D3" presStyleIdx="1" presStyleCnt="5"/>
      <dgm:spPr/>
    </dgm:pt>
    <dgm:pt modelId="{FD439EF9-8659-4E83-81CA-54235E55B6FD}" type="pres">
      <dgm:prSet presAssocID="{9FBCCDA8-BEBD-486E-9426-B496D520AA6E}" presName="hierRoot3" presStyleCnt="0"/>
      <dgm:spPr/>
    </dgm:pt>
    <dgm:pt modelId="{44F57129-FFA2-4911-A161-B1E5020C47CF}" type="pres">
      <dgm:prSet presAssocID="{9FBCCDA8-BEBD-486E-9426-B496D520AA6E}" presName="composite3" presStyleCnt="0"/>
      <dgm:spPr/>
    </dgm:pt>
    <dgm:pt modelId="{3976CC1A-16D9-47FA-98C9-B464F62D7CEA}" type="pres">
      <dgm:prSet presAssocID="{9FBCCDA8-BEBD-486E-9426-B496D520AA6E}" presName="background3" presStyleLbl="node3" presStyleIdx="1" presStyleCnt="5"/>
      <dgm:spPr/>
    </dgm:pt>
    <dgm:pt modelId="{7FCB2D82-98E9-4491-A230-3CA6585B0980}" type="pres">
      <dgm:prSet presAssocID="{9FBCCDA8-BEBD-486E-9426-B496D520AA6E}" presName="text3" presStyleLbl="fgAcc3" presStyleIdx="1" presStyleCnt="5">
        <dgm:presLayoutVars>
          <dgm:chPref val="3"/>
        </dgm:presLayoutVars>
      </dgm:prSet>
      <dgm:spPr/>
    </dgm:pt>
    <dgm:pt modelId="{9B8D5118-9D6A-44B8-8D93-C48ECCE0693D}" type="pres">
      <dgm:prSet presAssocID="{9FBCCDA8-BEBD-486E-9426-B496D520AA6E}" presName="hierChild4" presStyleCnt="0"/>
      <dgm:spPr/>
    </dgm:pt>
    <dgm:pt modelId="{7E8924E3-5AC4-4A60-95F1-C8C1109DE602}" type="pres">
      <dgm:prSet presAssocID="{41F9CD07-B541-4B83-861C-9AB005A58CC4}" presName="Name17" presStyleLbl="parChTrans1D3" presStyleIdx="2" presStyleCnt="5"/>
      <dgm:spPr/>
    </dgm:pt>
    <dgm:pt modelId="{71B6AE52-052B-456E-AF95-8576E46AA979}" type="pres">
      <dgm:prSet presAssocID="{A29174D8-2989-48A0-A0BD-38EDB471FFC0}" presName="hierRoot3" presStyleCnt="0"/>
      <dgm:spPr/>
    </dgm:pt>
    <dgm:pt modelId="{096CED78-A3BE-460C-8038-7491540FF438}" type="pres">
      <dgm:prSet presAssocID="{A29174D8-2989-48A0-A0BD-38EDB471FFC0}" presName="composite3" presStyleCnt="0"/>
      <dgm:spPr/>
    </dgm:pt>
    <dgm:pt modelId="{DF02F527-F1D8-4393-A732-7F8AAA7CE423}" type="pres">
      <dgm:prSet presAssocID="{A29174D8-2989-48A0-A0BD-38EDB471FFC0}" presName="background3" presStyleLbl="node3" presStyleIdx="2" presStyleCnt="5"/>
      <dgm:spPr/>
    </dgm:pt>
    <dgm:pt modelId="{BD122AF6-C7F4-484F-AC3E-60CA98C5F999}" type="pres">
      <dgm:prSet presAssocID="{A29174D8-2989-48A0-A0BD-38EDB471FFC0}" presName="text3" presStyleLbl="fgAcc3" presStyleIdx="2" presStyleCnt="5">
        <dgm:presLayoutVars>
          <dgm:chPref val="3"/>
        </dgm:presLayoutVars>
      </dgm:prSet>
      <dgm:spPr/>
    </dgm:pt>
    <dgm:pt modelId="{64A9AD9F-88FA-43CB-B636-89CBF89D4482}" type="pres">
      <dgm:prSet presAssocID="{A29174D8-2989-48A0-A0BD-38EDB471FFC0}" presName="hierChild4" presStyleCnt="0"/>
      <dgm:spPr/>
    </dgm:pt>
    <dgm:pt modelId="{10A9B98E-6689-4F31-B162-2A1CAB74C29D}" type="pres">
      <dgm:prSet presAssocID="{8636EAEF-DFDD-4227-B99E-856CB3C4D247}" presName="Name17" presStyleLbl="parChTrans1D3" presStyleIdx="3" presStyleCnt="5"/>
      <dgm:spPr/>
    </dgm:pt>
    <dgm:pt modelId="{2A72E051-0C91-4D63-9536-2311942CA044}" type="pres">
      <dgm:prSet presAssocID="{E6E49178-DCDB-4A23-B7B6-B65DD7F47648}" presName="hierRoot3" presStyleCnt="0"/>
      <dgm:spPr/>
    </dgm:pt>
    <dgm:pt modelId="{E8F0E642-C7F6-4F0E-922A-EE44F5D71AD1}" type="pres">
      <dgm:prSet presAssocID="{E6E49178-DCDB-4A23-B7B6-B65DD7F47648}" presName="composite3" presStyleCnt="0"/>
      <dgm:spPr/>
    </dgm:pt>
    <dgm:pt modelId="{F1ECD213-45BA-4AE2-8F64-2011C3B71570}" type="pres">
      <dgm:prSet presAssocID="{E6E49178-DCDB-4A23-B7B6-B65DD7F47648}" presName="background3" presStyleLbl="node3" presStyleIdx="3" presStyleCnt="5"/>
      <dgm:spPr/>
    </dgm:pt>
    <dgm:pt modelId="{159B8CA7-BABC-4A28-9AA3-01C910FA66AF}" type="pres">
      <dgm:prSet presAssocID="{E6E49178-DCDB-4A23-B7B6-B65DD7F47648}" presName="text3" presStyleLbl="fgAcc3" presStyleIdx="3" presStyleCnt="5">
        <dgm:presLayoutVars>
          <dgm:chPref val="3"/>
        </dgm:presLayoutVars>
      </dgm:prSet>
      <dgm:spPr/>
    </dgm:pt>
    <dgm:pt modelId="{14904278-E335-4744-9026-A886B3FF445F}" type="pres">
      <dgm:prSet presAssocID="{E6E49178-DCDB-4A23-B7B6-B65DD7F47648}" presName="hierChild4" presStyleCnt="0"/>
      <dgm:spPr/>
    </dgm:pt>
    <dgm:pt modelId="{1F035103-F496-43B0-9A5C-2CCB8DE27DE2}" type="pres">
      <dgm:prSet presAssocID="{C7A83D5C-44E7-47EA-B2F9-CAB318391CC4}" presName="Name17" presStyleLbl="parChTrans1D3" presStyleIdx="4" presStyleCnt="5"/>
      <dgm:spPr/>
    </dgm:pt>
    <dgm:pt modelId="{51A4EF85-F86C-4C06-89E8-7353A9A6A2DD}" type="pres">
      <dgm:prSet presAssocID="{0E9382FF-EF43-4B4A-9471-2C605B762393}" presName="hierRoot3" presStyleCnt="0"/>
      <dgm:spPr/>
    </dgm:pt>
    <dgm:pt modelId="{77C6DFEA-68AA-46D1-BC90-F8D896582937}" type="pres">
      <dgm:prSet presAssocID="{0E9382FF-EF43-4B4A-9471-2C605B762393}" presName="composite3" presStyleCnt="0"/>
      <dgm:spPr/>
    </dgm:pt>
    <dgm:pt modelId="{0CA5F232-F635-4D99-953B-62D2D977A7A9}" type="pres">
      <dgm:prSet presAssocID="{0E9382FF-EF43-4B4A-9471-2C605B762393}" presName="background3" presStyleLbl="node3" presStyleIdx="4" presStyleCnt="5"/>
      <dgm:spPr/>
    </dgm:pt>
    <dgm:pt modelId="{CFE7F558-7515-4C37-88A5-EC9436AA412A}" type="pres">
      <dgm:prSet presAssocID="{0E9382FF-EF43-4B4A-9471-2C605B762393}" presName="text3" presStyleLbl="fgAcc3" presStyleIdx="4" presStyleCnt="5">
        <dgm:presLayoutVars>
          <dgm:chPref val="3"/>
        </dgm:presLayoutVars>
      </dgm:prSet>
      <dgm:spPr/>
    </dgm:pt>
    <dgm:pt modelId="{A802C524-01CA-4CC0-B8D9-5C4E03C7A358}" type="pres">
      <dgm:prSet presAssocID="{0E9382FF-EF43-4B4A-9471-2C605B762393}" presName="hierChild4" presStyleCnt="0"/>
      <dgm:spPr/>
    </dgm:pt>
    <dgm:pt modelId="{18ECD9DC-0DE9-45F4-97A7-6F2273D50AAB}" type="pres">
      <dgm:prSet presAssocID="{763BF5B0-0601-4B7D-A0E1-EFB0E6E0AF71}" presName="Name10" presStyleLbl="parChTrans1D2" presStyleIdx="1" presStyleCnt="2"/>
      <dgm:spPr/>
    </dgm:pt>
    <dgm:pt modelId="{D0D2046A-BAEC-4E4C-BAB4-94B6236382E7}" type="pres">
      <dgm:prSet presAssocID="{E8AF9876-7B3B-4888-A5A9-AD63ADB102A2}" presName="hierRoot2" presStyleCnt="0"/>
      <dgm:spPr/>
    </dgm:pt>
    <dgm:pt modelId="{D5699C49-6FF6-4019-879D-E9196BA27ACB}" type="pres">
      <dgm:prSet presAssocID="{E8AF9876-7B3B-4888-A5A9-AD63ADB102A2}" presName="composite2" presStyleCnt="0"/>
      <dgm:spPr/>
    </dgm:pt>
    <dgm:pt modelId="{D4D7899E-FD1E-4902-8066-9D6B42C34852}" type="pres">
      <dgm:prSet presAssocID="{E8AF9876-7B3B-4888-A5A9-AD63ADB102A2}" presName="background2" presStyleLbl="node2" presStyleIdx="1" presStyleCnt="2"/>
      <dgm:spPr/>
    </dgm:pt>
    <dgm:pt modelId="{EBB465AD-3188-4FEA-9E39-A1E006361DFE}" type="pres">
      <dgm:prSet presAssocID="{E8AF9876-7B3B-4888-A5A9-AD63ADB102A2}" presName="text2" presStyleLbl="fgAcc2" presStyleIdx="1" presStyleCnt="2">
        <dgm:presLayoutVars>
          <dgm:chPref val="3"/>
        </dgm:presLayoutVars>
      </dgm:prSet>
      <dgm:spPr/>
    </dgm:pt>
    <dgm:pt modelId="{8F405B0E-DC26-43B3-80E8-E43121479FD5}" type="pres">
      <dgm:prSet presAssocID="{E8AF9876-7B3B-4888-A5A9-AD63ADB102A2}" presName="hierChild3" presStyleCnt="0"/>
      <dgm:spPr/>
    </dgm:pt>
  </dgm:ptLst>
  <dgm:cxnLst>
    <dgm:cxn modelId="{9D46C804-BA70-4215-9E20-7B4A088265AA}" srcId="{EB9C6848-6807-41FE-8346-EA2BFAB85E28}" destId="{E8AF9876-7B3B-4888-A5A9-AD63ADB102A2}" srcOrd="1" destOrd="0" parTransId="{763BF5B0-0601-4B7D-A0E1-EFB0E6E0AF71}" sibTransId="{7B2CD8D6-3F07-4128-B19C-B9211B76D649}"/>
    <dgm:cxn modelId="{F023A707-5A3F-4937-AF37-F81638CE05F6}" type="presOf" srcId="{05F4B43C-2AB5-4A61-85A9-A8229BEB0DD0}" destId="{4603EE6D-2917-4AE0-A95B-9EFC9AD7B315}" srcOrd="0" destOrd="0" presId="urn:microsoft.com/office/officeart/2005/8/layout/hierarchy1"/>
    <dgm:cxn modelId="{9A2A370C-6CE2-437F-AE50-A2221110B9F0}" srcId="{20B8711A-5F67-4EF7-AB51-834FFB15046D}" destId="{9FBCCDA8-BEBD-486E-9426-B496D520AA6E}" srcOrd="1" destOrd="0" parTransId="{339AE00A-64FA-4D7D-9645-12D5CD73AB4D}" sibTransId="{4ACAEE66-7F79-4A87-A9A7-777CC58E41D8}"/>
    <dgm:cxn modelId="{6811281E-EDC2-463A-8B4F-EFA6B7E3CABE}" type="presOf" srcId="{EB9C6848-6807-41FE-8346-EA2BFAB85E28}" destId="{DE80726F-2F06-4EE6-B9ED-0341B2A45447}" srcOrd="0" destOrd="0" presId="urn:microsoft.com/office/officeart/2005/8/layout/hierarchy1"/>
    <dgm:cxn modelId="{DA994A5F-993D-4F30-A6B5-32EE4CAD56F5}" srcId="{EB9C6848-6807-41FE-8346-EA2BFAB85E28}" destId="{20B8711A-5F67-4EF7-AB51-834FFB15046D}" srcOrd="0" destOrd="0" parTransId="{05F4B43C-2AB5-4A61-85A9-A8229BEB0DD0}" sibTransId="{5F69CAA5-2F27-443C-9EA0-3F4EB8566CAF}"/>
    <dgm:cxn modelId="{59135B6C-F21B-4520-A72B-5115F4EEB0B2}" type="presOf" srcId="{A29174D8-2989-48A0-A0BD-38EDB471FFC0}" destId="{BD122AF6-C7F4-484F-AC3E-60CA98C5F999}" srcOrd="0" destOrd="0" presId="urn:microsoft.com/office/officeart/2005/8/layout/hierarchy1"/>
    <dgm:cxn modelId="{B9FDE06F-79DF-4F3D-82DF-AEF3F5176185}" srcId="{20B8711A-5F67-4EF7-AB51-834FFB15046D}" destId="{F5E1E5ED-566E-42F9-88AF-656BCCBF4D2E}" srcOrd="0" destOrd="0" parTransId="{0667BED4-C7A3-49D5-8358-3CA8CA49FBEA}" sibTransId="{DF7FB519-21F0-44CF-AE29-431E9C74D0EC}"/>
    <dgm:cxn modelId="{A4F49256-F00F-4D76-A9EB-01C7CD8FE7A2}" type="presOf" srcId="{0667BED4-C7A3-49D5-8358-3CA8CA49FBEA}" destId="{ABCDCE1D-F3CE-4719-B47C-EAC874E018DB}" srcOrd="0" destOrd="0" presId="urn:microsoft.com/office/officeart/2005/8/layout/hierarchy1"/>
    <dgm:cxn modelId="{3D94AF56-6552-446A-AD2B-DAC75628A0AC}" type="presOf" srcId="{E8AF9876-7B3B-4888-A5A9-AD63ADB102A2}" destId="{EBB465AD-3188-4FEA-9E39-A1E006361DFE}" srcOrd="0" destOrd="0" presId="urn:microsoft.com/office/officeart/2005/8/layout/hierarchy1"/>
    <dgm:cxn modelId="{046EC956-F2D3-4B8B-88BF-CF874DA1F5F9}" srcId="{20B8711A-5F67-4EF7-AB51-834FFB15046D}" destId="{E6E49178-DCDB-4A23-B7B6-B65DD7F47648}" srcOrd="3" destOrd="0" parTransId="{8636EAEF-DFDD-4227-B99E-856CB3C4D247}" sibTransId="{84E51FFD-5FC7-4503-B5EB-862A24303044}"/>
    <dgm:cxn modelId="{6FCD6B57-0D0E-433F-AF6B-E8E6114B3044}" type="presOf" srcId="{41F9CD07-B541-4B83-861C-9AB005A58CC4}" destId="{7E8924E3-5AC4-4A60-95F1-C8C1109DE602}" srcOrd="0" destOrd="0" presId="urn:microsoft.com/office/officeart/2005/8/layout/hierarchy1"/>
    <dgm:cxn modelId="{5D916E59-E95B-4FDC-B781-AC3E92DD4A41}" type="presOf" srcId="{20B8711A-5F67-4EF7-AB51-834FFB15046D}" destId="{059FE458-2DED-42DF-813A-B55B3412DBA9}" srcOrd="0" destOrd="0" presId="urn:microsoft.com/office/officeart/2005/8/layout/hierarchy1"/>
    <dgm:cxn modelId="{FF92CA91-8A0F-4953-B16F-C57D8F4EDCBC}" srcId="{20B8711A-5F67-4EF7-AB51-834FFB15046D}" destId="{A29174D8-2989-48A0-A0BD-38EDB471FFC0}" srcOrd="2" destOrd="0" parTransId="{41F9CD07-B541-4B83-861C-9AB005A58CC4}" sibTransId="{81F90AD6-09C2-433A-8291-C074C4180D44}"/>
    <dgm:cxn modelId="{D5E9D893-3161-4CD3-A52C-E5CD944BAE5E}" srcId="{20B8711A-5F67-4EF7-AB51-834FFB15046D}" destId="{0E9382FF-EF43-4B4A-9471-2C605B762393}" srcOrd="4" destOrd="0" parTransId="{C7A83D5C-44E7-47EA-B2F9-CAB318391CC4}" sibTransId="{9E5F5E81-504C-4B89-8FAB-04788E56D8C0}"/>
    <dgm:cxn modelId="{4B31D498-5FC5-44E4-A40C-5EFC6982E7EE}" type="presOf" srcId="{0E9382FF-EF43-4B4A-9471-2C605B762393}" destId="{CFE7F558-7515-4C37-88A5-EC9436AA412A}" srcOrd="0" destOrd="0" presId="urn:microsoft.com/office/officeart/2005/8/layout/hierarchy1"/>
    <dgm:cxn modelId="{3053689A-86AA-4422-A108-A1A18D51673F}" type="presOf" srcId="{F5E1E5ED-566E-42F9-88AF-656BCCBF4D2E}" destId="{E18DC8A4-8B2F-49E8-A7C8-A4823E9F6D76}" srcOrd="0" destOrd="0" presId="urn:microsoft.com/office/officeart/2005/8/layout/hierarchy1"/>
    <dgm:cxn modelId="{F353909D-D1E9-47AA-85BC-751EA34547C1}" type="presOf" srcId="{9FBCCDA8-BEBD-486E-9426-B496D520AA6E}" destId="{7FCB2D82-98E9-4491-A230-3CA6585B0980}" srcOrd="0" destOrd="0" presId="urn:microsoft.com/office/officeart/2005/8/layout/hierarchy1"/>
    <dgm:cxn modelId="{1F53C4A4-779D-4AF3-B4FD-79D612BF3616}" type="presOf" srcId="{339AE00A-64FA-4D7D-9645-12D5CD73AB4D}" destId="{8DE88D03-D4BE-4DAC-9338-04FC045907E5}" srcOrd="0" destOrd="0" presId="urn:microsoft.com/office/officeart/2005/8/layout/hierarchy1"/>
    <dgm:cxn modelId="{C6F5D3AC-CE8B-4182-B1A7-B4766ACC0BC2}" type="presOf" srcId="{BB2D0B57-EDE1-4B43-8E7C-3E01050C5857}" destId="{196B1C11-C0FE-4490-BF97-FD9C6EDBDBDA}" srcOrd="0" destOrd="0" presId="urn:microsoft.com/office/officeart/2005/8/layout/hierarchy1"/>
    <dgm:cxn modelId="{F21DA7BE-102F-49A5-8D46-48F6DFC7E5A3}" type="presOf" srcId="{C7A83D5C-44E7-47EA-B2F9-CAB318391CC4}" destId="{1F035103-F496-43B0-9A5C-2CCB8DE27DE2}" srcOrd="0" destOrd="0" presId="urn:microsoft.com/office/officeart/2005/8/layout/hierarchy1"/>
    <dgm:cxn modelId="{5D5FE5EF-9D80-4A1A-B799-A74A7F54E1E1}" srcId="{BB2D0B57-EDE1-4B43-8E7C-3E01050C5857}" destId="{EB9C6848-6807-41FE-8346-EA2BFAB85E28}" srcOrd="0" destOrd="0" parTransId="{33765389-7036-4643-8500-B9BD7EC4AC99}" sibTransId="{851C4428-3C5D-46CB-A1DD-FE1FDC9C64B2}"/>
    <dgm:cxn modelId="{090D91F3-BB34-4EF8-BF4D-F3B851C2CB15}" type="presOf" srcId="{8636EAEF-DFDD-4227-B99E-856CB3C4D247}" destId="{10A9B98E-6689-4F31-B162-2A1CAB74C29D}" srcOrd="0" destOrd="0" presId="urn:microsoft.com/office/officeart/2005/8/layout/hierarchy1"/>
    <dgm:cxn modelId="{8AD060F9-3357-4714-83CD-6599F9F28358}" type="presOf" srcId="{E6E49178-DCDB-4A23-B7B6-B65DD7F47648}" destId="{159B8CA7-BABC-4A28-9AA3-01C910FA66AF}" srcOrd="0" destOrd="0" presId="urn:microsoft.com/office/officeart/2005/8/layout/hierarchy1"/>
    <dgm:cxn modelId="{839C39FA-6890-4A49-A903-9C7D54FC493B}" type="presOf" srcId="{763BF5B0-0601-4B7D-A0E1-EFB0E6E0AF71}" destId="{18ECD9DC-0DE9-45F4-97A7-6F2273D50AAB}" srcOrd="0" destOrd="0" presId="urn:microsoft.com/office/officeart/2005/8/layout/hierarchy1"/>
    <dgm:cxn modelId="{0417428E-8B6D-4505-B843-36A9DE4638E1}" type="presParOf" srcId="{196B1C11-C0FE-4490-BF97-FD9C6EDBDBDA}" destId="{AD245D00-FB98-4204-9A15-8C2ED971C54E}" srcOrd="0" destOrd="0" presId="urn:microsoft.com/office/officeart/2005/8/layout/hierarchy1"/>
    <dgm:cxn modelId="{9FF56D9E-E326-495F-A40E-C9336231EFA3}" type="presParOf" srcId="{AD245D00-FB98-4204-9A15-8C2ED971C54E}" destId="{F5BEF4E4-3049-4E5B-BDC2-23F67A0194A5}" srcOrd="0" destOrd="0" presId="urn:microsoft.com/office/officeart/2005/8/layout/hierarchy1"/>
    <dgm:cxn modelId="{E8F4A8B0-242D-4FB6-BA46-861B764597CF}" type="presParOf" srcId="{F5BEF4E4-3049-4E5B-BDC2-23F67A0194A5}" destId="{B3DBB2CF-8392-45A0-AC07-B5DABD168F86}" srcOrd="0" destOrd="0" presId="urn:microsoft.com/office/officeart/2005/8/layout/hierarchy1"/>
    <dgm:cxn modelId="{5705830C-F903-4078-9AEF-34BAF0257B4B}" type="presParOf" srcId="{F5BEF4E4-3049-4E5B-BDC2-23F67A0194A5}" destId="{DE80726F-2F06-4EE6-B9ED-0341B2A45447}" srcOrd="1" destOrd="0" presId="urn:microsoft.com/office/officeart/2005/8/layout/hierarchy1"/>
    <dgm:cxn modelId="{FD41B9E9-E1FF-4FF5-BEE5-20DBF2D77DEA}" type="presParOf" srcId="{AD245D00-FB98-4204-9A15-8C2ED971C54E}" destId="{8CE05770-E6CF-4DF8-974C-0B4CFA6FE41C}" srcOrd="1" destOrd="0" presId="urn:microsoft.com/office/officeart/2005/8/layout/hierarchy1"/>
    <dgm:cxn modelId="{AF2BEA42-0BA8-4321-AD36-3C090BD97747}" type="presParOf" srcId="{8CE05770-E6CF-4DF8-974C-0B4CFA6FE41C}" destId="{4603EE6D-2917-4AE0-A95B-9EFC9AD7B315}" srcOrd="0" destOrd="0" presId="urn:microsoft.com/office/officeart/2005/8/layout/hierarchy1"/>
    <dgm:cxn modelId="{1E130291-25C4-443C-859F-D8D9ADECF542}" type="presParOf" srcId="{8CE05770-E6CF-4DF8-974C-0B4CFA6FE41C}" destId="{C279A564-4ABE-4344-8D03-1453B4191B65}" srcOrd="1" destOrd="0" presId="urn:microsoft.com/office/officeart/2005/8/layout/hierarchy1"/>
    <dgm:cxn modelId="{58175C0F-7909-42FF-BD70-A3A609D8E3EE}" type="presParOf" srcId="{C279A564-4ABE-4344-8D03-1453B4191B65}" destId="{7E6D0D52-DB22-4E20-A173-C0FB957F0798}" srcOrd="0" destOrd="0" presId="urn:microsoft.com/office/officeart/2005/8/layout/hierarchy1"/>
    <dgm:cxn modelId="{C0D1A0B1-E74A-4BA1-8F5D-D238806983B1}" type="presParOf" srcId="{7E6D0D52-DB22-4E20-A173-C0FB957F0798}" destId="{75704FF3-D150-4278-A58C-DC0539721CC9}" srcOrd="0" destOrd="0" presId="urn:microsoft.com/office/officeart/2005/8/layout/hierarchy1"/>
    <dgm:cxn modelId="{4A1BC260-FD97-4D5A-BD70-B6621CF1B7D2}" type="presParOf" srcId="{7E6D0D52-DB22-4E20-A173-C0FB957F0798}" destId="{059FE458-2DED-42DF-813A-B55B3412DBA9}" srcOrd="1" destOrd="0" presId="urn:microsoft.com/office/officeart/2005/8/layout/hierarchy1"/>
    <dgm:cxn modelId="{34888FFD-67E4-4ACD-BF8D-D729E8D61AC0}" type="presParOf" srcId="{C279A564-4ABE-4344-8D03-1453B4191B65}" destId="{DFBFCF94-59D2-4900-9162-35DDDF7EA15E}" srcOrd="1" destOrd="0" presId="urn:microsoft.com/office/officeart/2005/8/layout/hierarchy1"/>
    <dgm:cxn modelId="{1EEFEF38-49F0-4F0B-97A3-DB0BC1435A33}" type="presParOf" srcId="{DFBFCF94-59D2-4900-9162-35DDDF7EA15E}" destId="{ABCDCE1D-F3CE-4719-B47C-EAC874E018DB}" srcOrd="0" destOrd="0" presId="urn:microsoft.com/office/officeart/2005/8/layout/hierarchy1"/>
    <dgm:cxn modelId="{89F311E8-EC1A-4A6C-AD6B-8C227EFEB1BC}" type="presParOf" srcId="{DFBFCF94-59D2-4900-9162-35DDDF7EA15E}" destId="{A847ABD9-05BC-4678-A696-2F130A0A4E86}" srcOrd="1" destOrd="0" presId="urn:microsoft.com/office/officeart/2005/8/layout/hierarchy1"/>
    <dgm:cxn modelId="{3DED7117-2B9D-4D89-8CE1-240CB2DAAACE}" type="presParOf" srcId="{A847ABD9-05BC-4678-A696-2F130A0A4E86}" destId="{AB36E3CC-E12A-4576-9AAD-2D519EEB67DD}" srcOrd="0" destOrd="0" presId="urn:microsoft.com/office/officeart/2005/8/layout/hierarchy1"/>
    <dgm:cxn modelId="{2073633D-C610-4A1A-8956-148B9A154AE5}" type="presParOf" srcId="{AB36E3CC-E12A-4576-9AAD-2D519EEB67DD}" destId="{6DD295AA-38E1-49D9-926E-76BDBA146661}" srcOrd="0" destOrd="0" presId="urn:microsoft.com/office/officeart/2005/8/layout/hierarchy1"/>
    <dgm:cxn modelId="{28316524-17BC-44C6-AB0E-C5310DEA4295}" type="presParOf" srcId="{AB36E3CC-E12A-4576-9AAD-2D519EEB67DD}" destId="{E18DC8A4-8B2F-49E8-A7C8-A4823E9F6D76}" srcOrd="1" destOrd="0" presId="urn:microsoft.com/office/officeart/2005/8/layout/hierarchy1"/>
    <dgm:cxn modelId="{750E2051-BEC7-41F9-9125-B6307848A211}" type="presParOf" srcId="{A847ABD9-05BC-4678-A696-2F130A0A4E86}" destId="{A1252336-E8A5-4A44-8D0C-F27DCA1608FF}" srcOrd="1" destOrd="0" presId="urn:microsoft.com/office/officeart/2005/8/layout/hierarchy1"/>
    <dgm:cxn modelId="{A1EBD8D3-29D0-4849-A6C9-F9DD201AF55A}" type="presParOf" srcId="{DFBFCF94-59D2-4900-9162-35DDDF7EA15E}" destId="{8DE88D03-D4BE-4DAC-9338-04FC045907E5}" srcOrd="2" destOrd="0" presId="urn:microsoft.com/office/officeart/2005/8/layout/hierarchy1"/>
    <dgm:cxn modelId="{FC3803E0-2832-44E9-AA28-6D01A94A245C}" type="presParOf" srcId="{DFBFCF94-59D2-4900-9162-35DDDF7EA15E}" destId="{FD439EF9-8659-4E83-81CA-54235E55B6FD}" srcOrd="3" destOrd="0" presId="urn:microsoft.com/office/officeart/2005/8/layout/hierarchy1"/>
    <dgm:cxn modelId="{DB02A3D7-EF87-47F7-AE6F-5059454C9DE2}" type="presParOf" srcId="{FD439EF9-8659-4E83-81CA-54235E55B6FD}" destId="{44F57129-FFA2-4911-A161-B1E5020C47CF}" srcOrd="0" destOrd="0" presId="urn:microsoft.com/office/officeart/2005/8/layout/hierarchy1"/>
    <dgm:cxn modelId="{DB9DCACE-D3A5-4529-9199-60C59B7636AD}" type="presParOf" srcId="{44F57129-FFA2-4911-A161-B1E5020C47CF}" destId="{3976CC1A-16D9-47FA-98C9-B464F62D7CEA}" srcOrd="0" destOrd="0" presId="urn:microsoft.com/office/officeart/2005/8/layout/hierarchy1"/>
    <dgm:cxn modelId="{E76154D4-E431-4ECA-9D59-B021E582CD8F}" type="presParOf" srcId="{44F57129-FFA2-4911-A161-B1E5020C47CF}" destId="{7FCB2D82-98E9-4491-A230-3CA6585B0980}" srcOrd="1" destOrd="0" presId="urn:microsoft.com/office/officeart/2005/8/layout/hierarchy1"/>
    <dgm:cxn modelId="{190B20ED-2A92-4597-82C9-1CA889E431C3}" type="presParOf" srcId="{FD439EF9-8659-4E83-81CA-54235E55B6FD}" destId="{9B8D5118-9D6A-44B8-8D93-C48ECCE0693D}" srcOrd="1" destOrd="0" presId="urn:microsoft.com/office/officeart/2005/8/layout/hierarchy1"/>
    <dgm:cxn modelId="{8BBDFDCD-F442-45D6-9238-274DF9313A60}" type="presParOf" srcId="{DFBFCF94-59D2-4900-9162-35DDDF7EA15E}" destId="{7E8924E3-5AC4-4A60-95F1-C8C1109DE602}" srcOrd="4" destOrd="0" presId="urn:microsoft.com/office/officeart/2005/8/layout/hierarchy1"/>
    <dgm:cxn modelId="{24B8F31B-F357-43BF-887E-64D44A56AB58}" type="presParOf" srcId="{DFBFCF94-59D2-4900-9162-35DDDF7EA15E}" destId="{71B6AE52-052B-456E-AF95-8576E46AA979}" srcOrd="5" destOrd="0" presId="urn:microsoft.com/office/officeart/2005/8/layout/hierarchy1"/>
    <dgm:cxn modelId="{574236F5-6D78-469F-80AB-74059979A41F}" type="presParOf" srcId="{71B6AE52-052B-456E-AF95-8576E46AA979}" destId="{096CED78-A3BE-460C-8038-7491540FF438}" srcOrd="0" destOrd="0" presId="urn:microsoft.com/office/officeart/2005/8/layout/hierarchy1"/>
    <dgm:cxn modelId="{32882CC3-11AB-46C7-9CF1-26030DE4A1BC}" type="presParOf" srcId="{096CED78-A3BE-460C-8038-7491540FF438}" destId="{DF02F527-F1D8-4393-A732-7F8AAA7CE423}" srcOrd="0" destOrd="0" presId="urn:microsoft.com/office/officeart/2005/8/layout/hierarchy1"/>
    <dgm:cxn modelId="{1467CC95-6BB8-4DD6-9DC4-6AD951D76DAD}" type="presParOf" srcId="{096CED78-A3BE-460C-8038-7491540FF438}" destId="{BD122AF6-C7F4-484F-AC3E-60CA98C5F999}" srcOrd="1" destOrd="0" presId="urn:microsoft.com/office/officeart/2005/8/layout/hierarchy1"/>
    <dgm:cxn modelId="{6A9B7570-FDC5-46C3-9594-D452C454B94F}" type="presParOf" srcId="{71B6AE52-052B-456E-AF95-8576E46AA979}" destId="{64A9AD9F-88FA-43CB-B636-89CBF89D4482}" srcOrd="1" destOrd="0" presId="urn:microsoft.com/office/officeart/2005/8/layout/hierarchy1"/>
    <dgm:cxn modelId="{8B40D2D7-D3F6-444A-AE2F-6F655226C1EE}" type="presParOf" srcId="{DFBFCF94-59D2-4900-9162-35DDDF7EA15E}" destId="{10A9B98E-6689-4F31-B162-2A1CAB74C29D}" srcOrd="6" destOrd="0" presId="urn:microsoft.com/office/officeart/2005/8/layout/hierarchy1"/>
    <dgm:cxn modelId="{E1575825-7B35-4026-BA22-60A8502706E0}" type="presParOf" srcId="{DFBFCF94-59D2-4900-9162-35DDDF7EA15E}" destId="{2A72E051-0C91-4D63-9536-2311942CA044}" srcOrd="7" destOrd="0" presId="urn:microsoft.com/office/officeart/2005/8/layout/hierarchy1"/>
    <dgm:cxn modelId="{41CD72B0-7B5F-490E-A83A-C2DED12B0D6B}" type="presParOf" srcId="{2A72E051-0C91-4D63-9536-2311942CA044}" destId="{E8F0E642-C7F6-4F0E-922A-EE44F5D71AD1}" srcOrd="0" destOrd="0" presId="urn:microsoft.com/office/officeart/2005/8/layout/hierarchy1"/>
    <dgm:cxn modelId="{817D2150-F5B2-439E-9BA5-71675AAD50F2}" type="presParOf" srcId="{E8F0E642-C7F6-4F0E-922A-EE44F5D71AD1}" destId="{F1ECD213-45BA-4AE2-8F64-2011C3B71570}" srcOrd="0" destOrd="0" presId="urn:microsoft.com/office/officeart/2005/8/layout/hierarchy1"/>
    <dgm:cxn modelId="{B0E3E594-74FE-4C4F-94FA-C60F5880CC46}" type="presParOf" srcId="{E8F0E642-C7F6-4F0E-922A-EE44F5D71AD1}" destId="{159B8CA7-BABC-4A28-9AA3-01C910FA66AF}" srcOrd="1" destOrd="0" presId="urn:microsoft.com/office/officeart/2005/8/layout/hierarchy1"/>
    <dgm:cxn modelId="{EB22F307-9776-4BC0-A6BE-9B1EEEA5F463}" type="presParOf" srcId="{2A72E051-0C91-4D63-9536-2311942CA044}" destId="{14904278-E335-4744-9026-A886B3FF445F}" srcOrd="1" destOrd="0" presId="urn:microsoft.com/office/officeart/2005/8/layout/hierarchy1"/>
    <dgm:cxn modelId="{D6916281-F89C-4787-B300-F2FC8D95873B}" type="presParOf" srcId="{DFBFCF94-59D2-4900-9162-35DDDF7EA15E}" destId="{1F035103-F496-43B0-9A5C-2CCB8DE27DE2}" srcOrd="8" destOrd="0" presId="urn:microsoft.com/office/officeart/2005/8/layout/hierarchy1"/>
    <dgm:cxn modelId="{651D992F-98AE-4EDA-A8CE-30BAFFFAC723}" type="presParOf" srcId="{DFBFCF94-59D2-4900-9162-35DDDF7EA15E}" destId="{51A4EF85-F86C-4C06-89E8-7353A9A6A2DD}" srcOrd="9" destOrd="0" presId="urn:microsoft.com/office/officeart/2005/8/layout/hierarchy1"/>
    <dgm:cxn modelId="{A11A501E-F821-4B8C-899B-53FA3A5C9002}" type="presParOf" srcId="{51A4EF85-F86C-4C06-89E8-7353A9A6A2DD}" destId="{77C6DFEA-68AA-46D1-BC90-F8D896582937}" srcOrd="0" destOrd="0" presId="urn:microsoft.com/office/officeart/2005/8/layout/hierarchy1"/>
    <dgm:cxn modelId="{991CAFA1-E9B4-442D-8F52-F6D72DD7DB85}" type="presParOf" srcId="{77C6DFEA-68AA-46D1-BC90-F8D896582937}" destId="{0CA5F232-F635-4D99-953B-62D2D977A7A9}" srcOrd="0" destOrd="0" presId="urn:microsoft.com/office/officeart/2005/8/layout/hierarchy1"/>
    <dgm:cxn modelId="{3875018F-ED7A-49FE-88C8-AA0968D06B5C}" type="presParOf" srcId="{77C6DFEA-68AA-46D1-BC90-F8D896582937}" destId="{CFE7F558-7515-4C37-88A5-EC9436AA412A}" srcOrd="1" destOrd="0" presId="urn:microsoft.com/office/officeart/2005/8/layout/hierarchy1"/>
    <dgm:cxn modelId="{2845516B-B17D-47F2-83AF-85B8A153B55F}" type="presParOf" srcId="{51A4EF85-F86C-4C06-89E8-7353A9A6A2DD}" destId="{A802C524-01CA-4CC0-B8D9-5C4E03C7A358}" srcOrd="1" destOrd="0" presId="urn:microsoft.com/office/officeart/2005/8/layout/hierarchy1"/>
    <dgm:cxn modelId="{AB7B25C2-0268-4B35-B20A-189E07AFDB1D}" type="presParOf" srcId="{8CE05770-E6CF-4DF8-974C-0B4CFA6FE41C}" destId="{18ECD9DC-0DE9-45F4-97A7-6F2273D50AAB}" srcOrd="2" destOrd="0" presId="urn:microsoft.com/office/officeart/2005/8/layout/hierarchy1"/>
    <dgm:cxn modelId="{AB033125-6847-4332-86AD-C786A5C6701B}" type="presParOf" srcId="{8CE05770-E6CF-4DF8-974C-0B4CFA6FE41C}" destId="{D0D2046A-BAEC-4E4C-BAB4-94B6236382E7}" srcOrd="3" destOrd="0" presId="urn:microsoft.com/office/officeart/2005/8/layout/hierarchy1"/>
    <dgm:cxn modelId="{7C22672A-3A17-4DB9-B663-3787FB3CBE5D}" type="presParOf" srcId="{D0D2046A-BAEC-4E4C-BAB4-94B6236382E7}" destId="{D5699C49-6FF6-4019-879D-E9196BA27ACB}" srcOrd="0" destOrd="0" presId="urn:microsoft.com/office/officeart/2005/8/layout/hierarchy1"/>
    <dgm:cxn modelId="{AC96D125-8F96-4C45-BB4D-982A632A5E41}" type="presParOf" srcId="{D5699C49-6FF6-4019-879D-E9196BA27ACB}" destId="{D4D7899E-FD1E-4902-8066-9D6B42C34852}" srcOrd="0" destOrd="0" presId="urn:microsoft.com/office/officeart/2005/8/layout/hierarchy1"/>
    <dgm:cxn modelId="{AA221634-222E-49DA-937A-C1969EA4156B}" type="presParOf" srcId="{D5699C49-6FF6-4019-879D-E9196BA27ACB}" destId="{EBB465AD-3188-4FEA-9E39-A1E006361DFE}" srcOrd="1" destOrd="0" presId="urn:microsoft.com/office/officeart/2005/8/layout/hierarchy1"/>
    <dgm:cxn modelId="{46394577-DD1D-4968-931B-2884D3884447}" type="presParOf" srcId="{D0D2046A-BAEC-4E4C-BAB4-94B6236382E7}" destId="{8F405B0E-DC26-43B3-80E8-E43121479F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204EB8-89C7-46F9-89CE-89D8CEC46B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572EB9-D4DD-4357-8137-AC3852CB4F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Goal: Predict whether a license will Lapse (1) or Remain Active (0)</a:t>
          </a:r>
        </a:p>
      </dgm:t>
    </dgm:pt>
    <dgm:pt modelId="{E716F555-112C-4267-B76A-15DC7363569F}" type="parTrans" cxnId="{411E0217-113B-45B5-9140-076A2877B50B}">
      <dgm:prSet/>
      <dgm:spPr/>
      <dgm:t>
        <a:bodyPr/>
        <a:lstStyle/>
        <a:p>
          <a:endParaRPr lang="en-US"/>
        </a:p>
      </dgm:t>
    </dgm:pt>
    <dgm:pt modelId="{191D4FDB-4458-4934-9583-327CC690DC2C}" type="sibTrans" cxnId="{411E0217-113B-45B5-9140-076A2877B50B}">
      <dgm:prSet/>
      <dgm:spPr/>
      <dgm:t>
        <a:bodyPr/>
        <a:lstStyle/>
        <a:p>
          <a:endParaRPr lang="en-US"/>
        </a:p>
      </dgm:t>
    </dgm:pt>
    <dgm:pt modelId="{7AC8D11D-2E97-4889-8F6E-8D571CBB83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Features: License_Duration, Borough, Business Category, NTA, License Type</a:t>
          </a:r>
        </a:p>
      </dgm:t>
    </dgm:pt>
    <dgm:pt modelId="{7D2A59F1-B5BE-4AC7-AC9F-762921058AA5}" type="parTrans" cxnId="{7C532A06-0968-4E2D-AE05-F78C5BFB9EC6}">
      <dgm:prSet/>
      <dgm:spPr/>
      <dgm:t>
        <a:bodyPr/>
        <a:lstStyle/>
        <a:p>
          <a:endParaRPr lang="en-US"/>
        </a:p>
      </dgm:t>
    </dgm:pt>
    <dgm:pt modelId="{35F493A9-89EC-4FC8-9DB2-BE1A7C79D920}" type="sibTrans" cxnId="{7C532A06-0968-4E2D-AE05-F78C5BFB9EC6}">
      <dgm:prSet/>
      <dgm:spPr/>
      <dgm:t>
        <a:bodyPr/>
        <a:lstStyle/>
        <a:p>
          <a:endParaRPr lang="en-US"/>
        </a:p>
      </dgm:t>
    </dgm:pt>
    <dgm:pt modelId="{F74B86C2-27AC-461F-85F0-13B1977A9C8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Models: Gradient Boosting, Random Forest</a:t>
          </a:r>
        </a:p>
      </dgm:t>
    </dgm:pt>
    <dgm:pt modelId="{0F65D5EC-8B67-41E6-84F7-819D01A960DB}" type="parTrans" cxnId="{1D76F128-1648-4AE8-944E-5CA9391BFAFC}">
      <dgm:prSet/>
      <dgm:spPr/>
      <dgm:t>
        <a:bodyPr/>
        <a:lstStyle/>
        <a:p>
          <a:endParaRPr lang="en-US"/>
        </a:p>
      </dgm:t>
    </dgm:pt>
    <dgm:pt modelId="{4F939F18-DAC3-4559-BAD1-B863F82C07F9}" type="sibTrans" cxnId="{1D76F128-1648-4AE8-944E-5CA9391BFAFC}">
      <dgm:prSet/>
      <dgm:spPr/>
      <dgm:t>
        <a:bodyPr/>
        <a:lstStyle/>
        <a:p>
          <a:endParaRPr lang="en-US"/>
        </a:p>
      </dgm:t>
    </dgm:pt>
    <dgm:pt modelId="{13B8E7F8-200B-48DA-9F60-47C49B3664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Metrics: ROC-AUC, PR-AUC, Balanced Accuracy</a:t>
          </a:r>
        </a:p>
      </dgm:t>
    </dgm:pt>
    <dgm:pt modelId="{7744DD71-E7DA-400C-A574-5686ECEE89A1}" type="parTrans" cxnId="{4E640C00-CE3C-42AD-B359-710E6B4ED3FD}">
      <dgm:prSet/>
      <dgm:spPr/>
      <dgm:t>
        <a:bodyPr/>
        <a:lstStyle/>
        <a:p>
          <a:endParaRPr lang="en-US"/>
        </a:p>
      </dgm:t>
    </dgm:pt>
    <dgm:pt modelId="{FE40EB3C-19FC-48DA-B6F7-F0F1C2D02828}" type="sibTrans" cxnId="{4E640C00-CE3C-42AD-B359-710E6B4ED3FD}">
      <dgm:prSet/>
      <dgm:spPr/>
      <dgm:t>
        <a:bodyPr/>
        <a:lstStyle/>
        <a:p>
          <a:endParaRPr lang="en-US"/>
        </a:p>
      </dgm:t>
    </dgm:pt>
    <dgm:pt modelId="{1C3D8FD0-CB84-459C-AFE3-99C9A4EBDE2F}" type="pres">
      <dgm:prSet presAssocID="{36204EB8-89C7-46F9-89CE-89D8CEC46BE0}" presName="root" presStyleCnt="0">
        <dgm:presLayoutVars>
          <dgm:dir/>
          <dgm:resizeHandles val="exact"/>
        </dgm:presLayoutVars>
      </dgm:prSet>
      <dgm:spPr/>
    </dgm:pt>
    <dgm:pt modelId="{CC5A270D-F706-4CE4-AB11-264B0A4075E1}" type="pres">
      <dgm:prSet presAssocID="{F8572EB9-D4DD-4357-8137-AC3852CB4F44}" presName="compNode" presStyleCnt="0"/>
      <dgm:spPr/>
    </dgm:pt>
    <dgm:pt modelId="{98428784-DA8E-4A47-B109-3D2415ED124D}" type="pres">
      <dgm:prSet presAssocID="{F8572EB9-D4DD-4357-8137-AC3852CB4F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15964F16-6F15-43F2-8683-8FB696293C68}" type="pres">
      <dgm:prSet presAssocID="{F8572EB9-D4DD-4357-8137-AC3852CB4F44}" presName="spaceRect" presStyleCnt="0"/>
      <dgm:spPr/>
    </dgm:pt>
    <dgm:pt modelId="{56DF43C9-DB64-4F79-92F8-1E548180C890}" type="pres">
      <dgm:prSet presAssocID="{F8572EB9-D4DD-4357-8137-AC3852CB4F44}" presName="textRect" presStyleLbl="revTx" presStyleIdx="0" presStyleCnt="4">
        <dgm:presLayoutVars>
          <dgm:chMax val="1"/>
          <dgm:chPref val="1"/>
        </dgm:presLayoutVars>
      </dgm:prSet>
      <dgm:spPr/>
    </dgm:pt>
    <dgm:pt modelId="{5D9F7B0A-9D7F-47C0-A469-A2027F5ED6F6}" type="pres">
      <dgm:prSet presAssocID="{191D4FDB-4458-4934-9583-327CC690DC2C}" presName="sibTrans" presStyleCnt="0"/>
      <dgm:spPr/>
    </dgm:pt>
    <dgm:pt modelId="{1AC1F8F7-6EE9-451F-ADA1-D9ED40A18DAD}" type="pres">
      <dgm:prSet presAssocID="{7AC8D11D-2E97-4889-8F6E-8D571CBB8344}" presName="compNode" presStyleCnt="0"/>
      <dgm:spPr/>
    </dgm:pt>
    <dgm:pt modelId="{65DABA11-354F-483E-946D-E85334440B6B}" type="pres">
      <dgm:prSet presAssocID="{7AC8D11D-2E97-4889-8F6E-8D571CBB83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AFDB94A-2E1D-438A-B505-9BA5A0DE5F84}" type="pres">
      <dgm:prSet presAssocID="{7AC8D11D-2E97-4889-8F6E-8D571CBB8344}" presName="spaceRect" presStyleCnt="0"/>
      <dgm:spPr/>
    </dgm:pt>
    <dgm:pt modelId="{A48ECF75-C5BE-4729-972C-0D0F3729A4EC}" type="pres">
      <dgm:prSet presAssocID="{7AC8D11D-2E97-4889-8F6E-8D571CBB8344}" presName="textRect" presStyleLbl="revTx" presStyleIdx="1" presStyleCnt="4">
        <dgm:presLayoutVars>
          <dgm:chMax val="1"/>
          <dgm:chPref val="1"/>
        </dgm:presLayoutVars>
      </dgm:prSet>
      <dgm:spPr/>
    </dgm:pt>
    <dgm:pt modelId="{3683F90E-09E4-4535-9A19-F1CEC2B102C8}" type="pres">
      <dgm:prSet presAssocID="{35F493A9-89EC-4FC8-9DB2-BE1A7C79D920}" presName="sibTrans" presStyleCnt="0"/>
      <dgm:spPr/>
    </dgm:pt>
    <dgm:pt modelId="{23BE3D03-3C51-4E03-B462-394DD053DD5D}" type="pres">
      <dgm:prSet presAssocID="{F74B86C2-27AC-461F-85F0-13B1977A9C84}" presName="compNode" presStyleCnt="0"/>
      <dgm:spPr/>
    </dgm:pt>
    <dgm:pt modelId="{D75A025B-C909-476B-B96D-5F11D61AD920}" type="pres">
      <dgm:prSet presAssocID="{F74B86C2-27AC-461F-85F0-13B1977A9C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10D53E44-5636-4240-90DE-9F52FC57B903}" type="pres">
      <dgm:prSet presAssocID="{F74B86C2-27AC-461F-85F0-13B1977A9C84}" presName="spaceRect" presStyleCnt="0"/>
      <dgm:spPr/>
    </dgm:pt>
    <dgm:pt modelId="{C87B8D2F-27EA-4144-8613-A22CC8C7BA78}" type="pres">
      <dgm:prSet presAssocID="{F74B86C2-27AC-461F-85F0-13B1977A9C84}" presName="textRect" presStyleLbl="revTx" presStyleIdx="2" presStyleCnt="4">
        <dgm:presLayoutVars>
          <dgm:chMax val="1"/>
          <dgm:chPref val="1"/>
        </dgm:presLayoutVars>
      </dgm:prSet>
      <dgm:spPr/>
    </dgm:pt>
    <dgm:pt modelId="{E82A2A99-A9AE-46C6-965B-B9FB6CCBD170}" type="pres">
      <dgm:prSet presAssocID="{4F939F18-DAC3-4559-BAD1-B863F82C07F9}" presName="sibTrans" presStyleCnt="0"/>
      <dgm:spPr/>
    </dgm:pt>
    <dgm:pt modelId="{EB83BAE9-E0BD-4137-A844-7E0EA96CA6CF}" type="pres">
      <dgm:prSet presAssocID="{13B8E7F8-200B-48DA-9F60-47C49B366497}" presName="compNode" presStyleCnt="0"/>
      <dgm:spPr/>
    </dgm:pt>
    <dgm:pt modelId="{870FBDB5-0894-4A47-A28E-5C7D092858BC}" type="pres">
      <dgm:prSet presAssocID="{13B8E7F8-200B-48DA-9F60-47C49B3664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08BB747-5B02-4F8C-A7B8-7913B4FCC07E}" type="pres">
      <dgm:prSet presAssocID="{13B8E7F8-200B-48DA-9F60-47C49B366497}" presName="spaceRect" presStyleCnt="0"/>
      <dgm:spPr/>
    </dgm:pt>
    <dgm:pt modelId="{DACCEDDB-1D55-440E-9C2A-8648F157DA72}" type="pres">
      <dgm:prSet presAssocID="{13B8E7F8-200B-48DA-9F60-47C49B36649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640C00-CE3C-42AD-B359-710E6B4ED3FD}" srcId="{36204EB8-89C7-46F9-89CE-89D8CEC46BE0}" destId="{13B8E7F8-200B-48DA-9F60-47C49B366497}" srcOrd="3" destOrd="0" parTransId="{7744DD71-E7DA-400C-A574-5686ECEE89A1}" sibTransId="{FE40EB3C-19FC-48DA-B6F7-F0F1C2D02828}"/>
    <dgm:cxn modelId="{7C532A06-0968-4E2D-AE05-F78C5BFB9EC6}" srcId="{36204EB8-89C7-46F9-89CE-89D8CEC46BE0}" destId="{7AC8D11D-2E97-4889-8F6E-8D571CBB8344}" srcOrd="1" destOrd="0" parTransId="{7D2A59F1-B5BE-4AC7-AC9F-762921058AA5}" sibTransId="{35F493A9-89EC-4FC8-9DB2-BE1A7C79D920}"/>
    <dgm:cxn modelId="{411E0217-113B-45B5-9140-076A2877B50B}" srcId="{36204EB8-89C7-46F9-89CE-89D8CEC46BE0}" destId="{F8572EB9-D4DD-4357-8137-AC3852CB4F44}" srcOrd="0" destOrd="0" parTransId="{E716F555-112C-4267-B76A-15DC7363569F}" sibTransId="{191D4FDB-4458-4934-9583-327CC690DC2C}"/>
    <dgm:cxn modelId="{1D76F128-1648-4AE8-944E-5CA9391BFAFC}" srcId="{36204EB8-89C7-46F9-89CE-89D8CEC46BE0}" destId="{F74B86C2-27AC-461F-85F0-13B1977A9C84}" srcOrd="2" destOrd="0" parTransId="{0F65D5EC-8B67-41E6-84F7-819D01A960DB}" sibTransId="{4F939F18-DAC3-4559-BAD1-B863F82C07F9}"/>
    <dgm:cxn modelId="{A197F068-A4ED-6248-BDD4-2EEDFE26DC14}" type="presOf" srcId="{13B8E7F8-200B-48DA-9F60-47C49B366497}" destId="{DACCEDDB-1D55-440E-9C2A-8648F157DA72}" srcOrd="0" destOrd="0" presId="urn:microsoft.com/office/officeart/2018/2/layout/IconLabelList"/>
    <dgm:cxn modelId="{26EFDE51-519D-0144-BB5F-3E513974332C}" type="presOf" srcId="{36204EB8-89C7-46F9-89CE-89D8CEC46BE0}" destId="{1C3D8FD0-CB84-459C-AFE3-99C9A4EBDE2F}" srcOrd="0" destOrd="0" presId="urn:microsoft.com/office/officeart/2018/2/layout/IconLabelList"/>
    <dgm:cxn modelId="{655D3876-8B1C-664F-B708-94404CB80042}" type="presOf" srcId="{F74B86C2-27AC-461F-85F0-13B1977A9C84}" destId="{C87B8D2F-27EA-4144-8613-A22CC8C7BA78}" srcOrd="0" destOrd="0" presId="urn:microsoft.com/office/officeart/2018/2/layout/IconLabelList"/>
    <dgm:cxn modelId="{828451AF-0580-6D45-AC21-ED0A47D2AD1C}" type="presOf" srcId="{F8572EB9-D4DD-4357-8137-AC3852CB4F44}" destId="{56DF43C9-DB64-4F79-92F8-1E548180C890}" srcOrd="0" destOrd="0" presId="urn:microsoft.com/office/officeart/2018/2/layout/IconLabelList"/>
    <dgm:cxn modelId="{828524D9-E2C6-C441-87D5-5843084CC82A}" type="presOf" srcId="{7AC8D11D-2E97-4889-8F6E-8D571CBB8344}" destId="{A48ECF75-C5BE-4729-972C-0D0F3729A4EC}" srcOrd="0" destOrd="0" presId="urn:microsoft.com/office/officeart/2018/2/layout/IconLabelList"/>
    <dgm:cxn modelId="{1F58E227-516B-8546-BDD9-92E87A6A6FF6}" type="presParOf" srcId="{1C3D8FD0-CB84-459C-AFE3-99C9A4EBDE2F}" destId="{CC5A270D-F706-4CE4-AB11-264B0A4075E1}" srcOrd="0" destOrd="0" presId="urn:microsoft.com/office/officeart/2018/2/layout/IconLabelList"/>
    <dgm:cxn modelId="{7BD772FA-D2F3-5946-96C3-B82CB5782146}" type="presParOf" srcId="{CC5A270D-F706-4CE4-AB11-264B0A4075E1}" destId="{98428784-DA8E-4A47-B109-3D2415ED124D}" srcOrd="0" destOrd="0" presId="urn:microsoft.com/office/officeart/2018/2/layout/IconLabelList"/>
    <dgm:cxn modelId="{A1A1DF66-DE3C-DA4D-8976-3679EA97E146}" type="presParOf" srcId="{CC5A270D-F706-4CE4-AB11-264B0A4075E1}" destId="{15964F16-6F15-43F2-8683-8FB696293C68}" srcOrd="1" destOrd="0" presId="urn:microsoft.com/office/officeart/2018/2/layout/IconLabelList"/>
    <dgm:cxn modelId="{27971D7E-79EE-604B-8A09-014CFCD8B4D1}" type="presParOf" srcId="{CC5A270D-F706-4CE4-AB11-264B0A4075E1}" destId="{56DF43C9-DB64-4F79-92F8-1E548180C890}" srcOrd="2" destOrd="0" presId="urn:microsoft.com/office/officeart/2018/2/layout/IconLabelList"/>
    <dgm:cxn modelId="{25DEF256-4E0D-4541-8441-AAAE84BB4AFC}" type="presParOf" srcId="{1C3D8FD0-CB84-459C-AFE3-99C9A4EBDE2F}" destId="{5D9F7B0A-9D7F-47C0-A469-A2027F5ED6F6}" srcOrd="1" destOrd="0" presId="urn:microsoft.com/office/officeart/2018/2/layout/IconLabelList"/>
    <dgm:cxn modelId="{34109952-AA57-5C44-A2FB-0B30A71A35CF}" type="presParOf" srcId="{1C3D8FD0-CB84-459C-AFE3-99C9A4EBDE2F}" destId="{1AC1F8F7-6EE9-451F-ADA1-D9ED40A18DAD}" srcOrd="2" destOrd="0" presId="urn:microsoft.com/office/officeart/2018/2/layout/IconLabelList"/>
    <dgm:cxn modelId="{567A8687-B2A0-274C-9D68-6AE6C42BB59C}" type="presParOf" srcId="{1AC1F8F7-6EE9-451F-ADA1-D9ED40A18DAD}" destId="{65DABA11-354F-483E-946D-E85334440B6B}" srcOrd="0" destOrd="0" presId="urn:microsoft.com/office/officeart/2018/2/layout/IconLabelList"/>
    <dgm:cxn modelId="{49075433-0155-134D-9E1D-024B354CD0A9}" type="presParOf" srcId="{1AC1F8F7-6EE9-451F-ADA1-D9ED40A18DAD}" destId="{BAFDB94A-2E1D-438A-B505-9BA5A0DE5F84}" srcOrd="1" destOrd="0" presId="urn:microsoft.com/office/officeart/2018/2/layout/IconLabelList"/>
    <dgm:cxn modelId="{53A04826-53DF-DB4B-9096-AC2FDB6FF05B}" type="presParOf" srcId="{1AC1F8F7-6EE9-451F-ADA1-D9ED40A18DAD}" destId="{A48ECF75-C5BE-4729-972C-0D0F3729A4EC}" srcOrd="2" destOrd="0" presId="urn:microsoft.com/office/officeart/2018/2/layout/IconLabelList"/>
    <dgm:cxn modelId="{13C4BECF-60BA-1A4F-A4A5-11EF7F7BF45F}" type="presParOf" srcId="{1C3D8FD0-CB84-459C-AFE3-99C9A4EBDE2F}" destId="{3683F90E-09E4-4535-9A19-F1CEC2B102C8}" srcOrd="3" destOrd="0" presId="urn:microsoft.com/office/officeart/2018/2/layout/IconLabelList"/>
    <dgm:cxn modelId="{51D9B90F-99CE-054D-8EF6-9CD880A9F17B}" type="presParOf" srcId="{1C3D8FD0-CB84-459C-AFE3-99C9A4EBDE2F}" destId="{23BE3D03-3C51-4E03-B462-394DD053DD5D}" srcOrd="4" destOrd="0" presId="urn:microsoft.com/office/officeart/2018/2/layout/IconLabelList"/>
    <dgm:cxn modelId="{93ED19D7-BA06-1E43-8B4A-A75F5DF035F0}" type="presParOf" srcId="{23BE3D03-3C51-4E03-B462-394DD053DD5D}" destId="{D75A025B-C909-476B-B96D-5F11D61AD920}" srcOrd="0" destOrd="0" presId="urn:microsoft.com/office/officeart/2018/2/layout/IconLabelList"/>
    <dgm:cxn modelId="{D7C317D9-EDD5-2040-824F-318F26B3BAB7}" type="presParOf" srcId="{23BE3D03-3C51-4E03-B462-394DD053DD5D}" destId="{10D53E44-5636-4240-90DE-9F52FC57B903}" srcOrd="1" destOrd="0" presId="urn:microsoft.com/office/officeart/2018/2/layout/IconLabelList"/>
    <dgm:cxn modelId="{03153454-1F48-8149-973C-D4D4CFB796B6}" type="presParOf" srcId="{23BE3D03-3C51-4E03-B462-394DD053DD5D}" destId="{C87B8D2F-27EA-4144-8613-A22CC8C7BA78}" srcOrd="2" destOrd="0" presId="urn:microsoft.com/office/officeart/2018/2/layout/IconLabelList"/>
    <dgm:cxn modelId="{CAA75EAE-C28D-6947-9CA7-F4299020BDBA}" type="presParOf" srcId="{1C3D8FD0-CB84-459C-AFE3-99C9A4EBDE2F}" destId="{E82A2A99-A9AE-46C6-965B-B9FB6CCBD170}" srcOrd="5" destOrd="0" presId="urn:microsoft.com/office/officeart/2018/2/layout/IconLabelList"/>
    <dgm:cxn modelId="{0E37EADF-85C7-5D4D-9022-E5CF9F0EA312}" type="presParOf" srcId="{1C3D8FD0-CB84-459C-AFE3-99C9A4EBDE2F}" destId="{EB83BAE9-E0BD-4137-A844-7E0EA96CA6CF}" srcOrd="6" destOrd="0" presId="urn:microsoft.com/office/officeart/2018/2/layout/IconLabelList"/>
    <dgm:cxn modelId="{1207B228-A254-A946-BF09-F4D7E6F821B0}" type="presParOf" srcId="{EB83BAE9-E0BD-4137-A844-7E0EA96CA6CF}" destId="{870FBDB5-0894-4A47-A28E-5C7D092858BC}" srcOrd="0" destOrd="0" presId="urn:microsoft.com/office/officeart/2018/2/layout/IconLabelList"/>
    <dgm:cxn modelId="{B6CF8913-58E9-BC41-BF27-F2FAFA8A8AD1}" type="presParOf" srcId="{EB83BAE9-E0BD-4137-A844-7E0EA96CA6CF}" destId="{608BB747-5B02-4F8C-A7B8-7913B4FCC07E}" srcOrd="1" destOrd="0" presId="urn:microsoft.com/office/officeart/2018/2/layout/IconLabelList"/>
    <dgm:cxn modelId="{10E6DB4F-249E-764D-83AD-CB52B06417E7}" type="presParOf" srcId="{EB83BAE9-E0BD-4137-A844-7E0EA96CA6CF}" destId="{DACCEDDB-1D55-440E-9C2A-8648F157DA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1F03F4-10D3-4AD5-AC79-303B4E636E7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596E45-DD33-420E-9163-77A716AEB2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License_Duration strongest predictor of renewal</a:t>
          </a:r>
        </a:p>
      </dgm:t>
    </dgm:pt>
    <dgm:pt modelId="{6FD26A0E-2976-4AA0-A05E-B69E58565F6B}" type="parTrans" cxnId="{4A154B44-4272-483E-9760-8693381E1876}">
      <dgm:prSet/>
      <dgm:spPr/>
      <dgm:t>
        <a:bodyPr/>
        <a:lstStyle/>
        <a:p>
          <a:endParaRPr lang="en-US"/>
        </a:p>
      </dgm:t>
    </dgm:pt>
    <dgm:pt modelId="{32212F7C-1600-4297-A8C5-5542BB88C61D}" type="sibTrans" cxnId="{4A154B44-4272-483E-9760-8693381E1876}">
      <dgm:prSet/>
      <dgm:spPr/>
      <dgm:t>
        <a:bodyPr/>
        <a:lstStyle/>
        <a:p>
          <a:endParaRPr lang="en-US"/>
        </a:p>
      </dgm:t>
    </dgm:pt>
    <dgm:pt modelId="{5E467A9E-CD9A-4035-B297-AE5BCF9F95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Borough &amp; Business Category influence lapse</a:t>
          </a:r>
        </a:p>
      </dgm:t>
    </dgm:pt>
    <dgm:pt modelId="{723FBD64-3899-4397-9BD7-B7A37CA8358C}" type="parTrans" cxnId="{64BFB827-B43F-4963-885A-BF7686050401}">
      <dgm:prSet/>
      <dgm:spPr/>
      <dgm:t>
        <a:bodyPr/>
        <a:lstStyle/>
        <a:p>
          <a:endParaRPr lang="en-US"/>
        </a:p>
      </dgm:t>
    </dgm:pt>
    <dgm:pt modelId="{D2A58743-9E53-451F-BCA0-C37D0C187B15}" type="sibTrans" cxnId="{64BFB827-B43F-4963-885A-BF7686050401}">
      <dgm:prSet/>
      <dgm:spPr/>
      <dgm:t>
        <a:bodyPr/>
        <a:lstStyle/>
        <a:p>
          <a:endParaRPr lang="en-US"/>
        </a:p>
      </dgm:t>
    </dgm:pt>
    <dgm:pt modelId="{CD9967F7-B3F2-45A1-833A-98461DF3C7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Minimal overfitting (ΔROC &lt; 0.1)</a:t>
          </a:r>
        </a:p>
      </dgm:t>
    </dgm:pt>
    <dgm:pt modelId="{5FA6789D-318D-47A9-805D-16C124B3EE8D}" type="parTrans" cxnId="{E35A776E-3D3D-4100-9A8F-A22788F6E034}">
      <dgm:prSet/>
      <dgm:spPr/>
      <dgm:t>
        <a:bodyPr/>
        <a:lstStyle/>
        <a:p>
          <a:endParaRPr lang="en-US"/>
        </a:p>
      </dgm:t>
    </dgm:pt>
    <dgm:pt modelId="{A8AB74B4-A3EB-4C27-BD7B-AA2286B5B52C}" type="sibTrans" cxnId="{E35A776E-3D3D-4100-9A8F-A22788F6E034}">
      <dgm:prSet/>
      <dgm:spPr/>
      <dgm:t>
        <a:bodyPr/>
        <a:lstStyle/>
        <a:p>
          <a:endParaRPr lang="en-US"/>
        </a:p>
      </dgm:t>
    </dgm:pt>
    <dgm:pt modelId="{B9F11590-7348-44E1-A262-9AE4F94C1F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 best overall performer</a:t>
          </a:r>
        </a:p>
      </dgm:t>
    </dgm:pt>
    <dgm:pt modelId="{50B47D71-E512-462F-8D78-801608F5F43D}" type="parTrans" cxnId="{5477E553-CE98-43BE-B39E-7DBB73AE39A4}">
      <dgm:prSet/>
      <dgm:spPr/>
      <dgm:t>
        <a:bodyPr/>
        <a:lstStyle/>
        <a:p>
          <a:endParaRPr lang="en-US"/>
        </a:p>
      </dgm:t>
    </dgm:pt>
    <dgm:pt modelId="{A4D06C10-FA9A-45CD-8947-166B1B3A56B8}" type="sibTrans" cxnId="{5477E553-CE98-43BE-B39E-7DBB73AE39A4}">
      <dgm:prSet/>
      <dgm:spPr/>
      <dgm:t>
        <a:bodyPr/>
        <a:lstStyle/>
        <a:p>
          <a:endParaRPr lang="en-US"/>
        </a:p>
      </dgm:t>
    </dgm:pt>
    <dgm:pt modelId="{C294D4FD-AC30-4779-BC32-B5503F08712F}" type="pres">
      <dgm:prSet presAssocID="{EA1F03F4-10D3-4AD5-AC79-303B4E636E70}" presName="root" presStyleCnt="0">
        <dgm:presLayoutVars>
          <dgm:dir/>
          <dgm:resizeHandles val="exact"/>
        </dgm:presLayoutVars>
      </dgm:prSet>
      <dgm:spPr/>
    </dgm:pt>
    <dgm:pt modelId="{099741B8-2E14-4B75-B0BF-5E6D79515A6C}" type="pres">
      <dgm:prSet presAssocID="{CF596E45-DD33-420E-9163-77A716AEB201}" presName="compNode" presStyleCnt="0"/>
      <dgm:spPr/>
    </dgm:pt>
    <dgm:pt modelId="{59BC86C0-C094-419D-90B9-7CD51BB50CA6}" type="pres">
      <dgm:prSet presAssocID="{CF596E45-DD33-420E-9163-77A716AEB201}" presName="bgRect" presStyleLbl="bgShp" presStyleIdx="0" presStyleCnt="4"/>
      <dgm:spPr/>
    </dgm:pt>
    <dgm:pt modelId="{0E31DCC8-687F-4799-9B41-5FC01752F3DE}" type="pres">
      <dgm:prSet presAssocID="{CF596E45-DD33-420E-9163-77A716AEB2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460573CC-C127-46A5-B2DB-B01BBB985052}" type="pres">
      <dgm:prSet presAssocID="{CF596E45-DD33-420E-9163-77A716AEB201}" presName="spaceRect" presStyleCnt="0"/>
      <dgm:spPr/>
    </dgm:pt>
    <dgm:pt modelId="{1D3B0D10-CD44-47CC-849A-0D607FF57086}" type="pres">
      <dgm:prSet presAssocID="{CF596E45-DD33-420E-9163-77A716AEB201}" presName="parTx" presStyleLbl="revTx" presStyleIdx="0" presStyleCnt="4">
        <dgm:presLayoutVars>
          <dgm:chMax val="0"/>
          <dgm:chPref val="0"/>
        </dgm:presLayoutVars>
      </dgm:prSet>
      <dgm:spPr/>
    </dgm:pt>
    <dgm:pt modelId="{3B2516AB-CD76-4A1F-9FF2-16CEABD8E69E}" type="pres">
      <dgm:prSet presAssocID="{32212F7C-1600-4297-A8C5-5542BB88C61D}" presName="sibTrans" presStyleCnt="0"/>
      <dgm:spPr/>
    </dgm:pt>
    <dgm:pt modelId="{A0BBB14F-4248-4E4D-8773-9C7448E44B10}" type="pres">
      <dgm:prSet presAssocID="{5E467A9E-CD9A-4035-B297-AE5BCF9F952B}" presName="compNode" presStyleCnt="0"/>
      <dgm:spPr/>
    </dgm:pt>
    <dgm:pt modelId="{A0AC37A4-710A-42CE-9D66-9E03934AE8E9}" type="pres">
      <dgm:prSet presAssocID="{5E467A9E-CD9A-4035-B297-AE5BCF9F952B}" presName="bgRect" presStyleLbl="bgShp" presStyleIdx="1" presStyleCnt="4"/>
      <dgm:spPr/>
    </dgm:pt>
    <dgm:pt modelId="{EF29AC16-B997-4FAB-9C2B-540785C7A7C3}" type="pres">
      <dgm:prSet presAssocID="{5E467A9E-CD9A-4035-B297-AE5BCF9F95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FC1F1FD5-FDFC-4F99-B01B-F783165D368E}" type="pres">
      <dgm:prSet presAssocID="{5E467A9E-CD9A-4035-B297-AE5BCF9F952B}" presName="spaceRect" presStyleCnt="0"/>
      <dgm:spPr/>
    </dgm:pt>
    <dgm:pt modelId="{6A8F1FC9-7B61-4F2F-B213-FE5BC9FC6F73}" type="pres">
      <dgm:prSet presAssocID="{5E467A9E-CD9A-4035-B297-AE5BCF9F952B}" presName="parTx" presStyleLbl="revTx" presStyleIdx="1" presStyleCnt="4">
        <dgm:presLayoutVars>
          <dgm:chMax val="0"/>
          <dgm:chPref val="0"/>
        </dgm:presLayoutVars>
      </dgm:prSet>
      <dgm:spPr/>
    </dgm:pt>
    <dgm:pt modelId="{BB171CA7-FBD6-4C49-B4C9-119C8D6B82EC}" type="pres">
      <dgm:prSet presAssocID="{D2A58743-9E53-451F-BCA0-C37D0C187B15}" presName="sibTrans" presStyleCnt="0"/>
      <dgm:spPr/>
    </dgm:pt>
    <dgm:pt modelId="{FD569F5B-8BB4-4510-A6E3-959812E6602D}" type="pres">
      <dgm:prSet presAssocID="{CD9967F7-B3F2-45A1-833A-98461DF3C736}" presName="compNode" presStyleCnt="0"/>
      <dgm:spPr/>
    </dgm:pt>
    <dgm:pt modelId="{3F0E9973-20C5-4B1C-A61F-1C4D70D92B66}" type="pres">
      <dgm:prSet presAssocID="{CD9967F7-B3F2-45A1-833A-98461DF3C736}" presName="bgRect" presStyleLbl="bgShp" presStyleIdx="2" presStyleCnt="4"/>
      <dgm:spPr/>
    </dgm:pt>
    <dgm:pt modelId="{7083C36B-382A-4E12-A8BD-2D8EC398EB94}" type="pres">
      <dgm:prSet presAssocID="{CD9967F7-B3F2-45A1-833A-98461DF3C7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E7321778-1E1F-4590-BAFD-E2766428E2BD}" type="pres">
      <dgm:prSet presAssocID="{CD9967F7-B3F2-45A1-833A-98461DF3C736}" presName="spaceRect" presStyleCnt="0"/>
      <dgm:spPr/>
    </dgm:pt>
    <dgm:pt modelId="{57D2FAC7-95C4-4FBF-9AA4-FB47160BAA56}" type="pres">
      <dgm:prSet presAssocID="{CD9967F7-B3F2-45A1-833A-98461DF3C736}" presName="parTx" presStyleLbl="revTx" presStyleIdx="2" presStyleCnt="4">
        <dgm:presLayoutVars>
          <dgm:chMax val="0"/>
          <dgm:chPref val="0"/>
        </dgm:presLayoutVars>
      </dgm:prSet>
      <dgm:spPr/>
    </dgm:pt>
    <dgm:pt modelId="{256F1D0A-0011-4472-A489-84D0AE9BC664}" type="pres">
      <dgm:prSet presAssocID="{A8AB74B4-A3EB-4C27-BD7B-AA2286B5B52C}" presName="sibTrans" presStyleCnt="0"/>
      <dgm:spPr/>
    </dgm:pt>
    <dgm:pt modelId="{E807653D-4788-41EE-AE09-015E7B0FC98C}" type="pres">
      <dgm:prSet presAssocID="{B9F11590-7348-44E1-A262-9AE4F94C1F5A}" presName="compNode" presStyleCnt="0"/>
      <dgm:spPr/>
    </dgm:pt>
    <dgm:pt modelId="{2DCC290E-C1CA-482C-B7E0-E6F8415B23E5}" type="pres">
      <dgm:prSet presAssocID="{B9F11590-7348-44E1-A262-9AE4F94C1F5A}" presName="bgRect" presStyleLbl="bgShp" presStyleIdx="3" presStyleCnt="4"/>
      <dgm:spPr/>
    </dgm:pt>
    <dgm:pt modelId="{8CA4C725-8D55-4A26-968D-8A2122BA555D}" type="pres">
      <dgm:prSet presAssocID="{B9F11590-7348-44E1-A262-9AE4F94C1F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7AD9382A-6A00-401A-9BB1-EED55F995C3D}" type="pres">
      <dgm:prSet presAssocID="{B9F11590-7348-44E1-A262-9AE4F94C1F5A}" presName="spaceRect" presStyleCnt="0"/>
      <dgm:spPr/>
    </dgm:pt>
    <dgm:pt modelId="{4B93105C-D81A-4AA3-9C17-CF4E2D0E86AB}" type="pres">
      <dgm:prSet presAssocID="{B9F11590-7348-44E1-A262-9AE4F94C1F5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228401-616E-4D76-86E1-4279B2946F17}" type="presOf" srcId="{B9F11590-7348-44E1-A262-9AE4F94C1F5A}" destId="{4B93105C-D81A-4AA3-9C17-CF4E2D0E86AB}" srcOrd="0" destOrd="0" presId="urn:microsoft.com/office/officeart/2018/2/layout/IconVerticalSolidList"/>
    <dgm:cxn modelId="{DD85DC0F-14F0-4C1F-8274-F7A4AA0A5F02}" type="presOf" srcId="{CD9967F7-B3F2-45A1-833A-98461DF3C736}" destId="{57D2FAC7-95C4-4FBF-9AA4-FB47160BAA56}" srcOrd="0" destOrd="0" presId="urn:microsoft.com/office/officeart/2018/2/layout/IconVerticalSolidList"/>
    <dgm:cxn modelId="{64BFB827-B43F-4963-885A-BF7686050401}" srcId="{EA1F03F4-10D3-4AD5-AC79-303B4E636E70}" destId="{5E467A9E-CD9A-4035-B297-AE5BCF9F952B}" srcOrd="1" destOrd="0" parTransId="{723FBD64-3899-4397-9BD7-B7A37CA8358C}" sibTransId="{D2A58743-9E53-451F-BCA0-C37D0C187B15}"/>
    <dgm:cxn modelId="{4A154B44-4272-483E-9760-8693381E1876}" srcId="{EA1F03F4-10D3-4AD5-AC79-303B4E636E70}" destId="{CF596E45-DD33-420E-9163-77A716AEB201}" srcOrd="0" destOrd="0" parTransId="{6FD26A0E-2976-4AA0-A05E-B69E58565F6B}" sibTransId="{32212F7C-1600-4297-A8C5-5542BB88C61D}"/>
    <dgm:cxn modelId="{E35A776E-3D3D-4100-9A8F-A22788F6E034}" srcId="{EA1F03F4-10D3-4AD5-AC79-303B4E636E70}" destId="{CD9967F7-B3F2-45A1-833A-98461DF3C736}" srcOrd="2" destOrd="0" parTransId="{5FA6789D-318D-47A9-805D-16C124B3EE8D}" sibTransId="{A8AB74B4-A3EB-4C27-BD7B-AA2286B5B52C}"/>
    <dgm:cxn modelId="{E7EE0670-8458-4786-AED4-322A3C1A1602}" type="presOf" srcId="{5E467A9E-CD9A-4035-B297-AE5BCF9F952B}" destId="{6A8F1FC9-7B61-4F2F-B213-FE5BC9FC6F73}" srcOrd="0" destOrd="0" presId="urn:microsoft.com/office/officeart/2018/2/layout/IconVerticalSolidList"/>
    <dgm:cxn modelId="{5477E553-CE98-43BE-B39E-7DBB73AE39A4}" srcId="{EA1F03F4-10D3-4AD5-AC79-303B4E636E70}" destId="{B9F11590-7348-44E1-A262-9AE4F94C1F5A}" srcOrd="3" destOrd="0" parTransId="{50B47D71-E512-462F-8D78-801608F5F43D}" sibTransId="{A4D06C10-FA9A-45CD-8947-166B1B3A56B8}"/>
    <dgm:cxn modelId="{E7DCE3B6-7CB8-4906-A230-862CE05F67A2}" type="presOf" srcId="{CF596E45-DD33-420E-9163-77A716AEB201}" destId="{1D3B0D10-CD44-47CC-849A-0D607FF57086}" srcOrd="0" destOrd="0" presId="urn:microsoft.com/office/officeart/2018/2/layout/IconVerticalSolidList"/>
    <dgm:cxn modelId="{71CEE9F7-CE28-404A-AEC0-DC789CEAB614}" type="presOf" srcId="{EA1F03F4-10D3-4AD5-AC79-303B4E636E70}" destId="{C294D4FD-AC30-4779-BC32-B5503F08712F}" srcOrd="0" destOrd="0" presId="urn:microsoft.com/office/officeart/2018/2/layout/IconVerticalSolidList"/>
    <dgm:cxn modelId="{7B61ABDC-6A18-4144-8844-01AC3AC92D30}" type="presParOf" srcId="{C294D4FD-AC30-4779-BC32-B5503F08712F}" destId="{099741B8-2E14-4B75-B0BF-5E6D79515A6C}" srcOrd="0" destOrd="0" presId="urn:microsoft.com/office/officeart/2018/2/layout/IconVerticalSolidList"/>
    <dgm:cxn modelId="{70C23D27-8B4F-4585-B149-6D9B0036BB03}" type="presParOf" srcId="{099741B8-2E14-4B75-B0BF-5E6D79515A6C}" destId="{59BC86C0-C094-419D-90B9-7CD51BB50CA6}" srcOrd="0" destOrd="0" presId="urn:microsoft.com/office/officeart/2018/2/layout/IconVerticalSolidList"/>
    <dgm:cxn modelId="{BE573F89-FED4-4669-862B-DDA78BDD9EA1}" type="presParOf" srcId="{099741B8-2E14-4B75-B0BF-5E6D79515A6C}" destId="{0E31DCC8-687F-4799-9B41-5FC01752F3DE}" srcOrd="1" destOrd="0" presId="urn:microsoft.com/office/officeart/2018/2/layout/IconVerticalSolidList"/>
    <dgm:cxn modelId="{C264025D-CCA6-4A5C-A9E0-22F03D05D851}" type="presParOf" srcId="{099741B8-2E14-4B75-B0BF-5E6D79515A6C}" destId="{460573CC-C127-46A5-B2DB-B01BBB985052}" srcOrd="2" destOrd="0" presId="urn:microsoft.com/office/officeart/2018/2/layout/IconVerticalSolidList"/>
    <dgm:cxn modelId="{26D68469-9E12-4565-AC56-75658812FC1B}" type="presParOf" srcId="{099741B8-2E14-4B75-B0BF-5E6D79515A6C}" destId="{1D3B0D10-CD44-47CC-849A-0D607FF57086}" srcOrd="3" destOrd="0" presId="urn:microsoft.com/office/officeart/2018/2/layout/IconVerticalSolidList"/>
    <dgm:cxn modelId="{87E4C492-8D0A-4D6D-A738-2A4F5B7D02F2}" type="presParOf" srcId="{C294D4FD-AC30-4779-BC32-B5503F08712F}" destId="{3B2516AB-CD76-4A1F-9FF2-16CEABD8E69E}" srcOrd="1" destOrd="0" presId="urn:microsoft.com/office/officeart/2018/2/layout/IconVerticalSolidList"/>
    <dgm:cxn modelId="{B3EBAF07-31BB-46C8-BE43-ED9022CAF1A8}" type="presParOf" srcId="{C294D4FD-AC30-4779-BC32-B5503F08712F}" destId="{A0BBB14F-4248-4E4D-8773-9C7448E44B10}" srcOrd="2" destOrd="0" presId="urn:microsoft.com/office/officeart/2018/2/layout/IconVerticalSolidList"/>
    <dgm:cxn modelId="{E5F0B919-5D76-4094-AA14-73A1759C400C}" type="presParOf" srcId="{A0BBB14F-4248-4E4D-8773-9C7448E44B10}" destId="{A0AC37A4-710A-42CE-9D66-9E03934AE8E9}" srcOrd="0" destOrd="0" presId="urn:microsoft.com/office/officeart/2018/2/layout/IconVerticalSolidList"/>
    <dgm:cxn modelId="{F463BC2A-429B-49D3-892B-14148D2CEE9D}" type="presParOf" srcId="{A0BBB14F-4248-4E4D-8773-9C7448E44B10}" destId="{EF29AC16-B997-4FAB-9C2B-540785C7A7C3}" srcOrd="1" destOrd="0" presId="urn:microsoft.com/office/officeart/2018/2/layout/IconVerticalSolidList"/>
    <dgm:cxn modelId="{B06677AA-5D10-426D-84DB-EB00111A2C41}" type="presParOf" srcId="{A0BBB14F-4248-4E4D-8773-9C7448E44B10}" destId="{FC1F1FD5-FDFC-4F99-B01B-F783165D368E}" srcOrd="2" destOrd="0" presId="urn:microsoft.com/office/officeart/2018/2/layout/IconVerticalSolidList"/>
    <dgm:cxn modelId="{EF8829DA-2DFA-4BF6-B9B8-B1794DA4F621}" type="presParOf" srcId="{A0BBB14F-4248-4E4D-8773-9C7448E44B10}" destId="{6A8F1FC9-7B61-4F2F-B213-FE5BC9FC6F73}" srcOrd="3" destOrd="0" presId="urn:microsoft.com/office/officeart/2018/2/layout/IconVerticalSolidList"/>
    <dgm:cxn modelId="{3BB798E2-B6CB-4862-9A90-4581E5D1FE15}" type="presParOf" srcId="{C294D4FD-AC30-4779-BC32-B5503F08712F}" destId="{BB171CA7-FBD6-4C49-B4C9-119C8D6B82EC}" srcOrd="3" destOrd="0" presId="urn:microsoft.com/office/officeart/2018/2/layout/IconVerticalSolidList"/>
    <dgm:cxn modelId="{A21939C6-6AB1-4978-9AFE-4D014AE5039E}" type="presParOf" srcId="{C294D4FD-AC30-4779-BC32-B5503F08712F}" destId="{FD569F5B-8BB4-4510-A6E3-959812E6602D}" srcOrd="4" destOrd="0" presId="urn:microsoft.com/office/officeart/2018/2/layout/IconVerticalSolidList"/>
    <dgm:cxn modelId="{8A716BA2-B67F-46B1-9951-1FA81073331F}" type="presParOf" srcId="{FD569F5B-8BB4-4510-A6E3-959812E6602D}" destId="{3F0E9973-20C5-4B1C-A61F-1C4D70D92B66}" srcOrd="0" destOrd="0" presId="urn:microsoft.com/office/officeart/2018/2/layout/IconVerticalSolidList"/>
    <dgm:cxn modelId="{B3B96B3D-93B6-4F5E-ADD3-83AC6BBB8A9F}" type="presParOf" srcId="{FD569F5B-8BB4-4510-A6E3-959812E6602D}" destId="{7083C36B-382A-4E12-A8BD-2D8EC398EB94}" srcOrd="1" destOrd="0" presId="urn:microsoft.com/office/officeart/2018/2/layout/IconVerticalSolidList"/>
    <dgm:cxn modelId="{D2B9B7E1-93A7-411C-8F7C-B44DB62038C4}" type="presParOf" srcId="{FD569F5B-8BB4-4510-A6E3-959812E6602D}" destId="{E7321778-1E1F-4590-BAFD-E2766428E2BD}" srcOrd="2" destOrd="0" presId="urn:microsoft.com/office/officeart/2018/2/layout/IconVerticalSolidList"/>
    <dgm:cxn modelId="{B7238EA5-5347-42A6-941B-0C4F7B071479}" type="presParOf" srcId="{FD569F5B-8BB4-4510-A6E3-959812E6602D}" destId="{57D2FAC7-95C4-4FBF-9AA4-FB47160BAA56}" srcOrd="3" destOrd="0" presId="urn:microsoft.com/office/officeart/2018/2/layout/IconVerticalSolidList"/>
    <dgm:cxn modelId="{65B31F2C-7536-4572-94AD-7815B6CA98DC}" type="presParOf" srcId="{C294D4FD-AC30-4779-BC32-B5503F08712F}" destId="{256F1D0A-0011-4472-A489-84D0AE9BC664}" srcOrd="5" destOrd="0" presId="urn:microsoft.com/office/officeart/2018/2/layout/IconVerticalSolidList"/>
    <dgm:cxn modelId="{4F83AA94-1F8D-4977-A701-0955DBAC7CD0}" type="presParOf" srcId="{C294D4FD-AC30-4779-BC32-B5503F08712F}" destId="{E807653D-4788-41EE-AE09-015E7B0FC98C}" srcOrd="6" destOrd="0" presId="urn:microsoft.com/office/officeart/2018/2/layout/IconVerticalSolidList"/>
    <dgm:cxn modelId="{07716C61-1A99-44A2-AA70-D0F9320C1150}" type="presParOf" srcId="{E807653D-4788-41EE-AE09-015E7B0FC98C}" destId="{2DCC290E-C1CA-482C-B7E0-E6F8415B23E5}" srcOrd="0" destOrd="0" presId="urn:microsoft.com/office/officeart/2018/2/layout/IconVerticalSolidList"/>
    <dgm:cxn modelId="{871BC642-94B7-41F2-955D-8B5C86550192}" type="presParOf" srcId="{E807653D-4788-41EE-AE09-015E7B0FC98C}" destId="{8CA4C725-8D55-4A26-968D-8A2122BA555D}" srcOrd="1" destOrd="0" presId="urn:microsoft.com/office/officeart/2018/2/layout/IconVerticalSolidList"/>
    <dgm:cxn modelId="{20E8CB9E-9C90-4EBE-BB62-D09C721BB3DD}" type="presParOf" srcId="{E807653D-4788-41EE-AE09-015E7B0FC98C}" destId="{7AD9382A-6A00-401A-9BB1-EED55F995C3D}" srcOrd="2" destOrd="0" presId="urn:microsoft.com/office/officeart/2018/2/layout/IconVerticalSolidList"/>
    <dgm:cxn modelId="{1A592734-8F0B-42A3-92A6-29E8902965BE}" type="presParOf" srcId="{E807653D-4788-41EE-AE09-015E7B0FC98C}" destId="{4B93105C-D81A-4AA3-9C17-CF4E2D0E86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91C55D-6A3A-4E1F-9994-1BF3404CE5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1C6749-7048-4E44-B5C4-E28CF4DDEB4F}">
      <dgm:prSet/>
      <dgm:spPr/>
      <dgm:t>
        <a:bodyPr/>
        <a:lstStyle/>
        <a:p>
          <a:r>
            <a:rPr lang="en-US"/>
            <a:t>• Introduce XGBoost/LightGBM</a:t>
          </a:r>
        </a:p>
      </dgm:t>
    </dgm:pt>
    <dgm:pt modelId="{4FD2886D-AD7B-4DED-B3F5-183C8E3F377C}" type="parTrans" cxnId="{6629DC2B-B598-4352-9CFA-A6682441D8CC}">
      <dgm:prSet/>
      <dgm:spPr/>
      <dgm:t>
        <a:bodyPr/>
        <a:lstStyle/>
        <a:p>
          <a:endParaRPr lang="en-US"/>
        </a:p>
      </dgm:t>
    </dgm:pt>
    <dgm:pt modelId="{92920068-839D-47D1-B9E7-736209F0BFC5}" type="sibTrans" cxnId="{6629DC2B-B598-4352-9CFA-A6682441D8CC}">
      <dgm:prSet/>
      <dgm:spPr/>
      <dgm:t>
        <a:bodyPr/>
        <a:lstStyle/>
        <a:p>
          <a:endParaRPr lang="en-US"/>
        </a:p>
      </dgm:t>
    </dgm:pt>
    <dgm:pt modelId="{A5E323A5-A417-41A2-87C4-884FC950FF5A}">
      <dgm:prSet/>
      <dgm:spPr/>
      <dgm:t>
        <a:bodyPr/>
        <a:lstStyle/>
        <a:p>
          <a:r>
            <a:rPr lang="en-US"/>
            <a:t>• Add socioeconomic predictors (income, density)</a:t>
          </a:r>
        </a:p>
      </dgm:t>
    </dgm:pt>
    <dgm:pt modelId="{EF11289F-7261-474B-9496-4E4DCF18CD79}" type="parTrans" cxnId="{6F325421-A5AC-4BC8-9BF4-EBE895B7E6DC}">
      <dgm:prSet/>
      <dgm:spPr/>
      <dgm:t>
        <a:bodyPr/>
        <a:lstStyle/>
        <a:p>
          <a:endParaRPr lang="en-US"/>
        </a:p>
      </dgm:t>
    </dgm:pt>
    <dgm:pt modelId="{5050C50F-9F76-417A-94D5-B0D1C80CBCCA}" type="sibTrans" cxnId="{6F325421-A5AC-4BC8-9BF4-EBE895B7E6DC}">
      <dgm:prSet/>
      <dgm:spPr/>
      <dgm:t>
        <a:bodyPr/>
        <a:lstStyle/>
        <a:p>
          <a:endParaRPr lang="en-US"/>
        </a:p>
      </dgm:t>
    </dgm:pt>
    <dgm:pt modelId="{2388465F-C9D0-42AC-9425-AC883F9E239A}">
      <dgm:prSet/>
      <dgm:spPr/>
      <dgm:t>
        <a:bodyPr/>
        <a:lstStyle/>
        <a:p>
          <a:r>
            <a:rPr lang="en-US"/>
            <a:t>• Deploy as REST API for DCWP integration</a:t>
          </a:r>
        </a:p>
      </dgm:t>
    </dgm:pt>
    <dgm:pt modelId="{A5D462F8-6237-4EAA-B6E3-8ADC40FEBF29}" type="parTrans" cxnId="{033AE531-8963-4533-8C80-13FED4FFC0C6}">
      <dgm:prSet/>
      <dgm:spPr/>
      <dgm:t>
        <a:bodyPr/>
        <a:lstStyle/>
        <a:p>
          <a:endParaRPr lang="en-US"/>
        </a:p>
      </dgm:t>
    </dgm:pt>
    <dgm:pt modelId="{9C90D40A-ED8C-46DD-B196-8F0B9F342F65}" type="sibTrans" cxnId="{033AE531-8963-4533-8C80-13FED4FFC0C6}">
      <dgm:prSet/>
      <dgm:spPr/>
      <dgm:t>
        <a:bodyPr/>
        <a:lstStyle/>
        <a:p>
          <a:endParaRPr lang="en-US"/>
        </a:p>
      </dgm:t>
    </dgm:pt>
    <dgm:pt modelId="{993BBE12-771D-45A3-B78C-4782B5BB9D6E}">
      <dgm:prSet/>
      <dgm:spPr/>
      <dgm:t>
        <a:bodyPr/>
        <a:lstStyle/>
        <a:p>
          <a:r>
            <a:rPr lang="en-US"/>
            <a:t>• Integrate into GIS dashboards</a:t>
          </a:r>
        </a:p>
      </dgm:t>
    </dgm:pt>
    <dgm:pt modelId="{B79A0CA3-0727-4C0D-9C59-051D64006029}" type="parTrans" cxnId="{7B7B160E-482E-4DAB-A826-BD82A7FC2C32}">
      <dgm:prSet/>
      <dgm:spPr/>
      <dgm:t>
        <a:bodyPr/>
        <a:lstStyle/>
        <a:p>
          <a:endParaRPr lang="en-US"/>
        </a:p>
      </dgm:t>
    </dgm:pt>
    <dgm:pt modelId="{54EB932D-950F-4118-A981-96DDCAC99050}" type="sibTrans" cxnId="{7B7B160E-482E-4DAB-A826-BD82A7FC2C32}">
      <dgm:prSet/>
      <dgm:spPr/>
      <dgm:t>
        <a:bodyPr/>
        <a:lstStyle/>
        <a:p>
          <a:endParaRPr lang="en-US"/>
        </a:p>
      </dgm:t>
    </dgm:pt>
    <dgm:pt modelId="{B02920AB-6536-8646-95B5-74E96C6DB07E}" type="pres">
      <dgm:prSet presAssocID="{DA91C55D-6A3A-4E1F-9994-1BF3404CE5AB}" presName="linear" presStyleCnt="0">
        <dgm:presLayoutVars>
          <dgm:animLvl val="lvl"/>
          <dgm:resizeHandles val="exact"/>
        </dgm:presLayoutVars>
      </dgm:prSet>
      <dgm:spPr/>
    </dgm:pt>
    <dgm:pt modelId="{1E94CE1D-E41A-C54B-879C-DA826DC83DB4}" type="pres">
      <dgm:prSet presAssocID="{E11C6749-7048-4E44-B5C4-E28CF4DDEB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644FD7-5DC7-5142-88B1-57A4718905D3}" type="pres">
      <dgm:prSet presAssocID="{92920068-839D-47D1-B9E7-736209F0BFC5}" presName="spacer" presStyleCnt="0"/>
      <dgm:spPr/>
    </dgm:pt>
    <dgm:pt modelId="{B3A5648D-6C01-F041-9DBA-EDC3B10F27A7}" type="pres">
      <dgm:prSet presAssocID="{A5E323A5-A417-41A2-87C4-884FC950FF5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7554F7-1DB3-1E4D-B2D7-19216054EAAB}" type="pres">
      <dgm:prSet presAssocID="{5050C50F-9F76-417A-94D5-B0D1C80CBCCA}" presName="spacer" presStyleCnt="0"/>
      <dgm:spPr/>
    </dgm:pt>
    <dgm:pt modelId="{8B3E8916-AF47-B348-AA82-FD5CD3BD623E}" type="pres">
      <dgm:prSet presAssocID="{2388465F-C9D0-42AC-9425-AC883F9E23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66BCB2-9214-264E-B888-AF3C4C6141DD}" type="pres">
      <dgm:prSet presAssocID="{9C90D40A-ED8C-46DD-B196-8F0B9F342F65}" presName="spacer" presStyleCnt="0"/>
      <dgm:spPr/>
    </dgm:pt>
    <dgm:pt modelId="{2E4EF54D-BFA4-6E47-9640-4CC5284AF40B}" type="pres">
      <dgm:prSet presAssocID="{993BBE12-771D-45A3-B78C-4782B5BB9D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1E9200-298D-874F-9B28-4445852364CC}" type="presOf" srcId="{DA91C55D-6A3A-4E1F-9994-1BF3404CE5AB}" destId="{B02920AB-6536-8646-95B5-74E96C6DB07E}" srcOrd="0" destOrd="0" presId="urn:microsoft.com/office/officeart/2005/8/layout/vList2"/>
    <dgm:cxn modelId="{7B7B160E-482E-4DAB-A826-BD82A7FC2C32}" srcId="{DA91C55D-6A3A-4E1F-9994-1BF3404CE5AB}" destId="{993BBE12-771D-45A3-B78C-4782B5BB9D6E}" srcOrd="3" destOrd="0" parTransId="{B79A0CA3-0727-4C0D-9C59-051D64006029}" sibTransId="{54EB932D-950F-4118-A981-96DDCAC99050}"/>
    <dgm:cxn modelId="{6F325421-A5AC-4BC8-9BF4-EBE895B7E6DC}" srcId="{DA91C55D-6A3A-4E1F-9994-1BF3404CE5AB}" destId="{A5E323A5-A417-41A2-87C4-884FC950FF5A}" srcOrd="1" destOrd="0" parTransId="{EF11289F-7261-474B-9496-4E4DCF18CD79}" sibTransId="{5050C50F-9F76-417A-94D5-B0D1C80CBCCA}"/>
    <dgm:cxn modelId="{6629DC2B-B598-4352-9CFA-A6682441D8CC}" srcId="{DA91C55D-6A3A-4E1F-9994-1BF3404CE5AB}" destId="{E11C6749-7048-4E44-B5C4-E28CF4DDEB4F}" srcOrd="0" destOrd="0" parTransId="{4FD2886D-AD7B-4DED-B3F5-183C8E3F377C}" sibTransId="{92920068-839D-47D1-B9E7-736209F0BFC5}"/>
    <dgm:cxn modelId="{033AE531-8963-4533-8C80-13FED4FFC0C6}" srcId="{DA91C55D-6A3A-4E1F-9994-1BF3404CE5AB}" destId="{2388465F-C9D0-42AC-9425-AC883F9E239A}" srcOrd="2" destOrd="0" parTransId="{A5D462F8-6237-4EAA-B6E3-8ADC40FEBF29}" sibTransId="{9C90D40A-ED8C-46DD-B196-8F0B9F342F65}"/>
    <dgm:cxn modelId="{8269D45F-B987-F249-B773-E69F8F844052}" type="presOf" srcId="{2388465F-C9D0-42AC-9425-AC883F9E239A}" destId="{8B3E8916-AF47-B348-AA82-FD5CD3BD623E}" srcOrd="0" destOrd="0" presId="urn:microsoft.com/office/officeart/2005/8/layout/vList2"/>
    <dgm:cxn modelId="{F811286E-07F3-B042-907D-8105BF341AD5}" type="presOf" srcId="{A5E323A5-A417-41A2-87C4-884FC950FF5A}" destId="{B3A5648D-6C01-F041-9DBA-EDC3B10F27A7}" srcOrd="0" destOrd="0" presId="urn:microsoft.com/office/officeart/2005/8/layout/vList2"/>
    <dgm:cxn modelId="{C08CBECF-73DD-DE4F-8BB8-495B831D9AB4}" type="presOf" srcId="{993BBE12-771D-45A3-B78C-4782B5BB9D6E}" destId="{2E4EF54D-BFA4-6E47-9640-4CC5284AF40B}" srcOrd="0" destOrd="0" presId="urn:microsoft.com/office/officeart/2005/8/layout/vList2"/>
    <dgm:cxn modelId="{700A3DFD-FAF1-9846-93DB-8E94AD0BBB6B}" type="presOf" srcId="{E11C6749-7048-4E44-B5C4-E28CF4DDEB4F}" destId="{1E94CE1D-E41A-C54B-879C-DA826DC83DB4}" srcOrd="0" destOrd="0" presId="urn:microsoft.com/office/officeart/2005/8/layout/vList2"/>
    <dgm:cxn modelId="{2DE1F229-A346-D44E-B0C0-ED2FEA9D2B6E}" type="presParOf" srcId="{B02920AB-6536-8646-95B5-74E96C6DB07E}" destId="{1E94CE1D-E41A-C54B-879C-DA826DC83DB4}" srcOrd="0" destOrd="0" presId="urn:microsoft.com/office/officeart/2005/8/layout/vList2"/>
    <dgm:cxn modelId="{123F13C0-46E4-EE42-9019-BB3426A966AA}" type="presParOf" srcId="{B02920AB-6536-8646-95B5-74E96C6DB07E}" destId="{3F644FD7-5DC7-5142-88B1-57A4718905D3}" srcOrd="1" destOrd="0" presId="urn:microsoft.com/office/officeart/2005/8/layout/vList2"/>
    <dgm:cxn modelId="{229C7615-3D53-2B48-8D2A-D794460B67D0}" type="presParOf" srcId="{B02920AB-6536-8646-95B5-74E96C6DB07E}" destId="{B3A5648D-6C01-F041-9DBA-EDC3B10F27A7}" srcOrd="2" destOrd="0" presId="urn:microsoft.com/office/officeart/2005/8/layout/vList2"/>
    <dgm:cxn modelId="{F235CA10-4C13-A845-9F83-5A5FE194B861}" type="presParOf" srcId="{B02920AB-6536-8646-95B5-74E96C6DB07E}" destId="{9B7554F7-1DB3-1E4D-B2D7-19216054EAAB}" srcOrd="3" destOrd="0" presId="urn:microsoft.com/office/officeart/2005/8/layout/vList2"/>
    <dgm:cxn modelId="{15EC0193-DFEF-3D47-9F2B-49AB1D3E05B1}" type="presParOf" srcId="{B02920AB-6536-8646-95B5-74E96C6DB07E}" destId="{8B3E8916-AF47-B348-AA82-FD5CD3BD623E}" srcOrd="4" destOrd="0" presId="urn:microsoft.com/office/officeart/2005/8/layout/vList2"/>
    <dgm:cxn modelId="{A1F177BA-0DAC-5445-82EA-136788C780DF}" type="presParOf" srcId="{B02920AB-6536-8646-95B5-74E96C6DB07E}" destId="{4C66BCB2-9214-264E-B888-AF3C4C6141DD}" srcOrd="5" destOrd="0" presId="urn:microsoft.com/office/officeart/2005/8/layout/vList2"/>
    <dgm:cxn modelId="{5F005F65-AE72-E34E-BC86-18A01BF70546}" type="presParOf" srcId="{B02920AB-6536-8646-95B5-74E96C6DB07E}" destId="{2E4EF54D-BFA4-6E47-9640-4CC5284AF4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17F3CB-A8E9-49F4-BD4A-CA9C428936D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ABE8F67-C743-497A-A525-4862DA388AFE}">
      <dgm:prSet/>
      <dgm:spPr/>
      <dgm:t>
        <a:bodyPr/>
        <a:lstStyle/>
        <a:p>
          <a:r>
            <a:rPr lang="en-US"/>
            <a:t>• Regression: Predicts coordinates within ~3.3 km</a:t>
          </a:r>
        </a:p>
      </dgm:t>
    </dgm:pt>
    <dgm:pt modelId="{A4A06D55-411B-4B60-9D32-8C22C39FA8C6}" type="parTrans" cxnId="{B9702137-0EAF-4175-BC5E-B489634B582C}">
      <dgm:prSet/>
      <dgm:spPr/>
      <dgm:t>
        <a:bodyPr/>
        <a:lstStyle/>
        <a:p>
          <a:endParaRPr lang="en-US"/>
        </a:p>
      </dgm:t>
    </dgm:pt>
    <dgm:pt modelId="{4212CF01-A0B5-4F8F-89CE-647534B24A84}" type="sibTrans" cxnId="{B9702137-0EAF-4175-BC5E-B489634B582C}">
      <dgm:prSet/>
      <dgm:spPr/>
      <dgm:t>
        <a:bodyPr/>
        <a:lstStyle/>
        <a:p>
          <a:endParaRPr lang="en-US"/>
        </a:p>
      </dgm:t>
    </dgm:pt>
    <dgm:pt modelId="{1365AAEB-426F-4F33-B5FD-D80A70DD91D6}">
      <dgm:prSet/>
      <dgm:spPr/>
      <dgm:t>
        <a:bodyPr/>
        <a:lstStyle/>
        <a:p>
          <a:r>
            <a:rPr lang="en-US"/>
            <a:t>• Classification: Forecasts license renewal with AUC≈0.73</a:t>
          </a:r>
        </a:p>
      </dgm:t>
    </dgm:pt>
    <dgm:pt modelId="{0E2BD928-6073-4CED-8919-6716DA532767}" type="parTrans" cxnId="{722A354B-19B7-4766-A26C-D7EEB306617B}">
      <dgm:prSet/>
      <dgm:spPr/>
      <dgm:t>
        <a:bodyPr/>
        <a:lstStyle/>
        <a:p>
          <a:endParaRPr lang="en-US"/>
        </a:p>
      </dgm:t>
    </dgm:pt>
    <dgm:pt modelId="{B2CFC1B6-B724-46BE-A054-2888ECAE740F}" type="sibTrans" cxnId="{722A354B-19B7-4766-A26C-D7EEB306617B}">
      <dgm:prSet/>
      <dgm:spPr/>
      <dgm:t>
        <a:bodyPr/>
        <a:lstStyle/>
        <a:p>
          <a:endParaRPr lang="en-US"/>
        </a:p>
      </dgm:t>
    </dgm:pt>
    <dgm:pt modelId="{053A951B-6807-4031-996E-9018AD7C78B8}">
      <dgm:prSet/>
      <dgm:spPr/>
      <dgm:t>
        <a:bodyPr/>
        <a:lstStyle/>
        <a:p>
          <a:r>
            <a:rPr lang="en-US"/>
            <a:t>• Ensemble methods effective &amp; interpretable</a:t>
          </a:r>
        </a:p>
      </dgm:t>
    </dgm:pt>
    <dgm:pt modelId="{803DED5E-2E18-4631-B007-86B90D503F5D}" type="parTrans" cxnId="{8BCD3F51-0325-46D5-8F21-2D6157BAA4B2}">
      <dgm:prSet/>
      <dgm:spPr/>
      <dgm:t>
        <a:bodyPr/>
        <a:lstStyle/>
        <a:p>
          <a:endParaRPr lang="en-US"/>
        </a:p>
      </dgm:t>
    </dgm:pt>
    <dgm:pt modelId="{339FD290-25C5-43BE-8C05-2D7FA8323639}" type="sibTrans" cxnId="{8BCD3F51-0325-46D5-8F21-2D6157BAA4B2}">
      <dgm:prSet/>
      <dgm:spPr/>
      <dgm:t>
        <a:bodyPr/>
        <a:lstStyle/>
        <a:p>
          <a:endParaRPr lang="en-US"/>
        </a:p>
      </dgm:t>
    </dgm:pt>
    <dgm:pt modelId="{B8FC5ABE-4CD0-4BC3-81E1-28008BB93970}">
      <dgm:prSet/>
      <dgm:spPr/>
      <dgm:t>
        <a:bodyPr/>
        <a:lstStyle/>
        <a:p>
          <a:r>
            <a:rPr lang="en-US"/>
            <a:t>• Supports data-driven DCWP decision-making</a:t>
          </a:r>
        </a:p>
      </dgm:t>
    </dgm:pt>
    <dgm:pt modelId="{AA32A75C-9C8B-4AC5-AEA2-86C080AA0E1D}" type="parTrans" cxnId="{92B4C35B-146B-43F7-B6C4-B50F852A9342}">
      <dgm:prSet/>
      <dgm:spPr/>
      <dgm:t>
        <a:bodyPr/>
        <a:lstStyle/>
        <a:p>
          <a:endParaRPr lang="en-US"/>
        </a:p>
      </dgm:t>
    </dgm:pt>
    <dgm:pt modelId="{1B7C7C6A-661D-49D4-AB75-AC648C40C2F1}" type="sibTrans" cxnId="{92B4C35B-146B-43F7-B6C4-B50F852A9342}">
      <dgm:prSet/>
      <dgm:spPr/>
      <dgm:t>
        <a:bodyPr/>
        <a:lstStyle/>
        <a:p>
          <a:endParaRPr lang="en-US"/>
        </a:p>
      </dgm:t>
    </dgm:pt>
    <dgm:pt modelId="{07375C1B-246D-DB40-B212-C591A7A5F280}" type="pres">
      <dgm:prSet presAssocID="{7117F3CB-A8E9-49F4-BD4A-CA9C428936D4}" presName="vert0" presStyleCnt="0">
        <dgm:presLayoutVars>
          <dgm:dir/>
          <dgm:animOne val="branch"/>
          <dgm:animLvl val="lvl"/>
        </dgm:presLayoutVars>
      </dgm:prSet>
      <dgm:spPr/>
    </dgm:pt>
    <dgm:pt modelId="{BFD5A5B3-3A38-BC4D-BC66-09B474214EA1}" type="pres">
      <dgm:prSet presAssocID="{0ABE8F67-C743-497A-A525-4862DA388AFE}" presName="thickLine" presStyleLbl="alignNode1" presStyleIdx="0" presStyleCnt="4"/>
      <dgm:spPr/>
    </dgm:pt>
    <dgm:pt modelId="{47E0BDAA-29E2-0843-943E-324876BF3299}" type="pres">
      <dgm:prSet presAssocID="{0ABE8F67-C743-497A-A525-4862DA388AFE}" presName="horz1" presStyleCnt="0"/>
      <dgm:spPr/>
    </dgm:pt>
    <dgm:pt modelId="{B016A7F7-BE0C-9345-BFED-DC9A84CDBA72}" type="pres">
      <dgm:prSet presAssocID="{0ABE8F67-C743-497A-A525-4862DA388AFE}" presName="tx1" presStyleLbl="revTx" presStyleIdx="0" presStyleCnt="4"/>
      <dgm:spPr/>
    </dgm:pt>
    <dgm:pt modelId="{D8A0782B-C485-EB48-B7C1-C4DE3D8AAC78}" type="pres">
      <dgm:prSet presAssocID="{0ABE8F67-C743-497A-A525-4862DA388AFE}" presName="vert1" presStyleCnt="0"/>
      <dgm:spPr/>
    </dgm:pt>
    <dgm:pt modelId="{68E1BE5A-AB73-4F40-9892-2E8417505784}" type="pres">
      <dgm:prSet presAssocID="{1365AAEB-426F-4F33-B5FD-D80A70DD91D6}" presName="thickLine" presStyleLbl="alignNode1" presStyleIdx="1" presStyleCnt="4"/>
      <dgm:spPr/>
    </dgm:pt>
    <dgm:pt modelId="{795C301F-2CC3-DF41-90D2-665827C2CCBF}" type="pres">
      <dgm:prSet presAssocID="{1365AAEB-426F-4F33-B5FD-D80A70DD91D6}" presName="horz1" presStyleCnt="0"/>
      <dgm:spPr/>
    </dgm:pt>
    <dgm:pt modelId="{C7EDD13B-B2E3-C44E-8CF5-46BD89A9C0A1}" type="pres">
      <dgm:prSet presAssocID="{1365AAEB-426F-4F33-B5FD-D80A70DD91D6}" presName="tx1" presStyleLbl="revTx" presStyleIdx="1" presStyleCnt="4"/>
      <dgm:spPr/>
    </dgm:pt>
    <dgm:pt modelId="{4F0EA182-6A53-334E-B6C6-01DD2E356997}" type="pres">
      <dgm:prSet presAssocID="{1365AAEB-426F-4F33-B5FD-D80A70DD91D6}" presName="vert1" presStyleCnt="0"/>
      <dgm:spPr/>
    </dgm:pt>
    <dgm:pt modelId="{04C7480C-30C9-874D-8862-2794A3131A5D}" type="pres">
      <dgm:prSet presAssocID="{053A951B-6807-4031-996E-9018AD7C78B8}" presName="thickLine" presStyleLbl="alignNode1" presStyleIdx="2" presStyleCnt="4"/>
      <dgm:spPr/>
    </dgm:pt>
    <dgm:pt modelId="{8E8353CA-BDC7-AF42-A4A1-32E9CE96CFCB}" type="pres">
      <dgm:prSet presAssocID="{053A951B-6807-4031-996E-9018AD7C78B8}" presName="horz1" presStyleCnt="0"/>
      <dgm:spPr/>
    </dgm:pt>
    <dgm:pt modelId="{4FEC0814-1EE0-FC49-ABD3-AD0AEC41EF20}" type="pres">
      <dgm:prSet presAssocID="{053A951B-6807-4031-996E-9018AD7C78B8}" presName="tx1" presStyleLbl="revTx" presStyleIdx="2" presStyleCnt="4"/>
      <dgm:spPr/>
    </dgm:pt>
    <dgm:pt modelId="{FA1354CE-6F40-0F40-9744-9D2155218793}" type="pres">
      <dgm:prSet presAssocID="{053A951B-6807-4031-996E-9018AD7C78B8}" presName="vert1" presStyleCnt="0"/>
      <dgm:spPr/>
    </dgm:pt>
    <dgm:pt modelId="{65E8CB9C-187F-EC4C-88C3-42DDFCFC7E58}" type="pres">
      <dgm:prSet presAssocID="{B8FC5ABE-4CD0-4BC3-81E1-28008BB93970}" presName="thickLine" presStyleLbl="alignNode1" presStyleIdx="3" presStyleCnt="4"/>
      <dgm:spPr/>
    </dgm:pt>
    <dgm:pt modelId="{37CAE0F2-1FA8-7C42-805E-24F936F83ECA}" type="pres">
      <dgm:prSet presAssocID="{B8FC5ABE-4CD0-4BC3-81E1-28008BB93970}" presName="horz1" presStyleCnt="0"/>
      <dgm:spPr/>
    </dgm:pt>
    <dgm:pt modelId="{9FD02361-AFBD-9C40-9B29-C633C5DC4475}" type="pres">
      <dgm:prSet presAssocID="{B8FC5ABE-4CD0-4BC3-81E1-28008BB93970}" presName="tx1" presStyleLbl="revTx" presStyleIdx="3" presStyleCnt="4"/>
      <dgm:spPr/>
    </dgm:pt>
    <dgm:pt modelId="{6B59BA3A-12C7-4346-96C8-D99C5CBFCC78}" type="pres">
      <dgm:prSet presAssocID="{B8FC5ABE-4CD0-4BC3-81E1-28008BB93970}" presName="vert1" presStyleCnt="0"/>
      <dgm:spPr/>
    </dgm:pt>
  </dgm:ptLst>
  <dgm:cxnLst>
    <dgm:cxn modelId="{B9702137-0EAF-4175-BC5E-B489634B582C}" srcId="{7117F3CB-A8E9-49F4-BD4A-CA9C428936D4}" destId="{0ABE8F67-C743-497A-A525-4862DA388AFE}" srcOrd="0" destOrd="0" parTransId="{A4A06D55-411B-4B60-9D32-8C22C39FA8C6}" sibTransId="{4212CF01-A0B5-4F8F-89CE-647534B24A84}"/>
    <dgm:cxn modelId="{A15F6D3A-18F7-2444-9DD6-4BAADD49D28F}" type="presOf" srcId="{7117F3CB-A8E9-49F4-BD4A-CA9C428936D4}" destId="{07375C1B-246D-DB40-B212-C591A7A5F280}" srcOrd="0" destOrd="0" presId="urn:microsoft.com/office/officeart/2008/layout/LinedList"/>
    <dgm:cxn modelId="{92B4C35B-146B-43F7-B6C4-B50F852A9342}" srcId="{7117F3CB-A8E9-49F4-BD4A-CA9C428936D4}" destId="{B8FC5ABE-4CD0-4BC3-81E1-28008BB93970}" srcOrd="3" destOrd="0" parTransId="{AA32A75C-9C8B-4AC5-AEA2-86C080AA0E1D}" sibTransId="{1B7C7C6A-661D-49D4-AB75-AC648C40C2F1}"/>
    <dgm:cxn modelId="{722A354B-19B7-4766-A26C-D7EEB306617B}" srcId="{7117F3CB-A8E9-49F4-BD4A-CA9C428936D4}" destId="{1365AAEB-426F-4F33-B5FD-D80A70DD91D6}" srcOrd="1" destOrd="0" parTransId="{0E2BD928-6073-4CED-8919-6716DA532767}" sibTransId="{B2CFC1B6-B724-46BE-A054-2888ECAE740F}"/>
    <dgm:cxn modelId="{8BCD3F51-0325-46D5-8F21-2D6157BAA4B2}" srcId="{7117F3CB-A8E9-49F4-BD4A-CA9C428936D4}" destId="{053A951B-6807-4031-996E-9018AD7C78B8}" srcOrd="2" destOrd="0" parTransId="{803DED5E-2E18-4631-B007-86B90D503F5D}" sibTransId="{339FD290-25C5-43BE-8C05-2D7FA8323639}"/>
    <dgm:cxn modelId="{7E3E108F-AB75-604A-8CA1-48EF892275FC}" type="presOf" srcId="{0ABE8F67-C743-497A-A525-4862DA388AFE}" destId="{B016A7F7-BE0C-9345-BFED-DC9A84CDBA72}" srcOrd="0" destOrd="0" presId="urn:microsoft.com/office/officeart/2008/layout/LinedList"/>
    <dgm:cxn modelId="{812354BF-7949-4A49-A02A-17E754A74230}" type="presOf" srcId="{053A951B-6807-4031-996E-9018AD7C78B8}" destId="{4FEC0814-1EE0-FC49-ABD3-AD0AEC41EF20}" srcOrd="0" destOrd="0" presId="urn:microsoft.com/office/officeart/2008/layout/LinedList"/>
    <dgm:cxn modelId="{09F643C7-EA4D-9346-B9AF-BE36B03A1200}" type="presOf" srcId="{1365AAEB-426F-4F33-B5FD-D80A70DD91D6}" destId="{C7EDD13B-B2E3-C44E-8CF5-46BD89A9C0A1}" srcOrd="0" destOrd="0" presId="urn:microsoft.com/office/officeart/2008/layout/LinedList"/>
    <dgm:cxn modelId="{BCAD3FDC-C2FA-0F45-891C-67DF524C4973}" type="presOf" srcId="{B8FC5ABE-4CD0-4BC3-81E1-28008BB93970}" destId="{9FD02361-AFBD-9C40-9B29-C633C5DC4475}" srcOrd="0" destOrd="0" presId="urn:microsoft.com/office/officeart/2008/layout/LinedList"/>
    <dgm:cxn modelId="{371475D0-97E7-4D4C-B89D-153FC7CE71CE}" type="presParOf" srcId="{07375C1B-246D-DB40-B212-C591A7A5F280}" destId="{BFD5A5B3-3A38-BC4D-BC66-09B474214EA1}" srcOrd="0" destOrd="0" presId="urn:microsoft.com/office/officeart/2008/layout/LinedList"/>
    <dgm:cxn modelId="{FCD91494-BB9E-DF40-999B-05A7A875A03C}" type="presParOf" srcId="{07375C1B-246D-DB40-B212-C591A7A5F280}" destId="{47E0BDAA-29E2-0843-943E-324876BF3299}" srcOrd="1" destOrd="0" presId="urn:microsoft.com/office/officeart/2008/layout/LinedList"/>
    <dgm:cxn modelId="{4B37F79F-7393-2040-AF31-280F5DFC4EF8}" type="presParOf" srcId="{47E0BDAA-29E2-0843-943E-324876BF3299}" destId="{B016A7F7-BE0C-9345-BFED-DC9A84CDBA72}" srcOrd="0" destOrd="0" presId="urn:microsoft.com/office/officeart/2008/layout/LinedList"/>
    <dgm:cxn modelId="{365BB313-D3A3-D647-AF14-CDE3F9908E79}" type="presParOf" srcId="{47E0BDAA-29E2-0843-943E-324876BF3299}" destId="{D8A0782B-C485-EB48-B7C1-C4DE3D8AAC78}" srcOrd="1" destOrd="0" presId="urn:microsoft.com/office/officeart/2008/layout/LinedList"/>
    <dgm:cxn modelId="{3F9F8D42-8B30-D949-BFAD-284C52B8FA8B}" type="presParOf" srcId="{07375C1B-246D-DB40-B212-C591A7A5F280}" destId="{68E1BE5A-AB73-4F40-9892-2E8417505784}" srcOrd="2" destOrd="0" presId="urn:microsoft.com/office/officeart/2008/layout/LinedList"/>
    <dgm:cxn modelId="{0883DF77-C7BB-5D46-BADC-2890FD81594A}" type="presParOf" srcId="{07375C1B-246D-DB40-B212-C591A7A5F280}" destId="{795C301F-2CC3-DF41-90D2-665827C2CCBF}" srcOrd="3" destOrd="0" presId="urn:microsoft.com/office/officeart/2008/layout/LinedList"/>
    <dgm:cxn modelId="{AFD83B28-70A9-984A-A6E6-8EAD5B52D28C}" type="presParOf" srcId="{795C301F-2CC3-DF41-90D2-665827C2CCBF}" destId="{C7EDD13B-B2E3-C44E-8CF5-46BD89A9C0A1}" srcOrd="0" destOrd="0" presId="urn:microsoft.com/office/officeart/2008/layout/LinedList"/>
    <dgm:cxn modelId="{479ABF76-790E-BC4D-A93F-3CDEAE4CC6E1}" type="presParOf" srcId="{795C301F-2CC3-DF41-90D2-665827C2CCBF}" destId="{4F0EA182-6A53-334E-B6C6-01DD2E356997}" srcOrd="1" destOrd="0" presId="urn:microsoft.com/office/officeart/2008/layout/LinedList"/>
    <dgm:cxn modelId="{761128DF-DD9A-904E-9803-289B3AA80F6F}" type="presParOf" srcId="{07375C1B-246D-DB40-B212-C591A7A5F280}" destId="{04C7480C-30C9-874D-8862-2794A3131A5D}" srcOrd="4" destOrd="0" presId="urn:microsoft.com/office/officeart/2008/layout/LinedList"/>
    <dgm:cxn modelId="{C0DF0108-C445-014E-92DB-35085022602E}" type="presParOf" srcId="{07375C1B-246D-DB40-B212-C591A7A5F280}" destId="{8E8353CA-BDC7-AF42-A4A1-32E9CE96CFCB}" srcOrd="5" destOrd="0" presId="urn:microsoft.com/office/officeart/2008/layout/LinedList"/>
    <dgm:cxn modelId="{556F1819-0176-3F46-9E56-2543BB4D0EC4}" type="presParOf" srcId="{8E8353CA-BDC7-AF42-A4A1-32E9CE96CFCB}" destId="{4FEC0814-1EE0-FC49-ABD3-AD0AEC41EF20}" srcOrd="0" destOrd="0" presId="urn:microsoft.com/office/officeart/2008/layout/LinedList"/>
    <dgm:cxn modelId="{A5D4C1B1-E5A9-FF42-BBA2-D4B6A42164A5}" type="presParOf" srcId="{8E8353CA-BDC7-AF42-A4A1-32E9CE96CFCB}" destId="{FA1354CE-6F40-0F40-9744-9D2155218793}" srcOrd="1" destOrd="0" presId="urn:microsoft.com/office/officeart/2008/layout/LinedList"/>
    <dgm:cxn modelId="{EDF7EFC1-D7C4-F34A-A7E7-D4259BF3CF94}" type="presParOf" srcId="{07375C1B-246D-DB40-B212-C591A7A5F280}" destId="{65E8CB9C-187F-EC4C-88C3-42DDFCFC7E58}" srcOrd="6" destOrd="0" presId="urn:microsoft.com/office/officeart/2008/layout/LinedList"/>
    <dgm:cxn modelId="{5005EE44-2830-D44E-A5FC-82E0619A03A4}" type="presParOf" srcId="{07375C1B-246D-DB40-B212-C591A7A5F280}" destId="{37CAE0F2-1FA8-7C42-805E-24F936F83ECA}" srcOrd="7" destOrd="0" presId="urn:microsoft.com/office/officeart/2008/layout/LinedList"/>
    <dgm:cxn modelId="{0F9AF172-7B13-F644-B227-7A8BF043BC1A}" type="presParOf" srcId="{37CAE0F2-1FA8-7C42-805E-24F936F83ECA}" destId="{9FD02361-AFBD-9C40-9B29-C633C5DC4475}" srcOrd="0" destOrd="0" presId="urn:microsoft.com/office/officeart/2008/layout/LinedList"/>
    <dgm:cxn modelId="{AC83D917-C522-2840-BA4E-64931BCD7476}" type="presParOf" srcId="{37CAE0F2-1FA8-7C42-805E-24F936F83ECA}" destId="{6B59BA3A-12C7-4346-96C8-D99C5CBFCC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E4E34-4241-D843-A51D-813E79BB8986}">
      <dsp:nvSpPr>
        <dsp:cNvPr id="0" name=""/>
        <dsp:cNvSpPr/>
      </dsp:nvSpPr>
      <dsp:spPr>
        <a:xfrm>
          <a:off x="0" y="1300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6F08F2-A3BF-2D41-A52C-EA46F67CBB3F}">
      <dsp:nvSpPr>
        <dsp:cNvPr id="0" name=""/>
        <dsp:cNvSpPr/>
      </dsp:nvSpPr>
      <dsp:spPr>
        <a:xfrm>
          <a:off x="0" y="1300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• Reduced columns: 31 → 15 key features</a:t>
          </a:r>
        </a:p>
      </dsp:txBody>
      <dsp:txXfrm>
        <a:off x="0" y="1300"/>
        <a:ext cx="3798143" cy="443578"/>
      </dsp:txXfrm>
    </dsp:sp>
    <dsp:sp modelId="{7E0BC652-11AF-6043-AEEE-150919DD00F9}">
      <dsp:nvSpPr>
        <dsp:cNvPr id="0" name=""/>
        <dsp:cNvSpPr/>
      </dsp:nvSpPr>
      <dsp:spPr>
        <a:xfrm>
          <a:off x="0" y="444879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325F7E-9087-D345-A8A1-7DB6E631ACA1}">
      <dsp:nvSpPr>
        <dsp:cNvPr id="0" name=""/>
        <dsp:cNvSpPr/>
      </dsp:nvSpPr>
      <dsp:spPr>
        <a:xfrm>
          <a:off x="0" y="444879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• Dropped: &gt;60% missing (DBA/Trade Name, Street2, Apt/Suite)</a:t>
          </a:r>
        </a:p>
      </dsp:txBody>
      <dsp:txXfrm>
        <a:off x="0" y="444879"/>
        <a:ext cx="3798143" cy="443578"/>
      </dsp:txXfrm>
    </dsp:sp>
    <dsp:sp modelId="{5D3CDCF2-B9FE-6F45-B26B-2914E9CFACC8}">
      <dsp:nvSpPr>
        <dsp:cNvPr id="0" name=""/>
        <dsp:cNvSpPr/>
      </dsp:nvSpPr>
      <dsp:spPr>
        <a:xfrm>
          <a:off x="0" y="888457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D9B6F6-1CCE-894F-B614-2B8A01306253}">
      <dsp:nvSpPr>
        <dsp:cNvPr id="0" name=""/>
        <dsp:cNvSpPr/>
      </dsp:nvSpPr>
      <dsp:spPr>
        <a:xfrm>
          <a:off x="0" y="888457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• Imputed Borough &amp; NTA using ZIP mapping</a:t>
          </a:r>
        </a:p>
      </dsp:txBody>
      <dsp:txXfrm>
        <a:off x="0" y="888457"/>
        <a:ext cx="3798143" cy="443578"/>
      </dsp:txXfrm>
    </dsp:sp>
    <dsp:sp modelId="{53737AB3-1C6F-E64B-861D-9F67A85986D3}">
      <dsp:nvSpPr>
        <dsp:cNvPr id="0" name=""/>
        <dsp:cNvSpPr/>
      </dsp:nvSpPr>
      <dsp:spPr>
        <a:xfrm>
          <a:off x="0" y="1332035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7D16BA-49D9-C24D-8B70-5DB3B47403EB}">
      <dsp:nvSpPr>
        <dsp:cNvPr id="0" name=""/>
        <dsp:cNvSpPr/>
      </dsp:nvSpPr>
      <dsp:spPr>
        <a:xfrm>
          <a:off x="0" y="1332035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• Removed invalid License Duration time  (Expiration &lt; Issuance)</a:t>
          </a:r>
        </a:p>
      </dsp:txBody>
      <dsp:txXfrm>
        <a:off x="0" y="1332035"/>
        <a:ext cx="3798143" cy="443578"/>
      </dsp:txXfrm>
    </dsp:sp>
    <dsp:sp modelId="{C433496A-161A-9241-AB31-1304937CA6D4}">
      <dsp:nvSpPr>
        <dsp:cNvPr id="0" name=""/>
        <dsp:cNvSpPr/>
      </dsp:nvSpPr>
      <dsp:spPr>
        <a:xfrm>
          <a:off x="0" y="1775613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E3B020-6C7A-EA4E-B1F1-E0E8D3F70380}">
      <dsp:nvSpPr>
        <dsp:cNvPr id="0" name=""/>
        <dsp:cNvSpPr/>
      </dsp:nvSpPr>
      <dsp:spPr>
        <a:xfrm>
          <a:off x="0" y="1775613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• Filtered ‘Outside NYC’ entries</a:t>
          </a:r>
        </a:p>
      </dsp:txBody>
      <dsp:txXfrm>
        <a:off x="0" y="1775613"/>
        <a:ext cx="3798143" cy="443578"/>
      </dsp:txXfrm>
    </dsp:sp>
    <dsp:sp modelId="{A7A36CC0-4736-6B49-BD16-509D44704D31}">
      <dsp:nvSpPr>
        <dsp:cNvPr id="0" name=""/>
        <dsp:cNvSpPr/>
      </dsp:nvSpPr>
      <dsp:spPr>
        <a:xfrm>
          <a:off x="0" y="2219191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B771C1-B019-C44F-A343-B2A3D852911C}">
      <dsp:nvSpPr>
        <dsp:cNvPr id="0" name=""/>
        <dsp:cNvSpPr/>
      </dsp:nvSpPr>
      <dsp:spPr>
        <a:xfrm>
          <a:off x="0" y="2219191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→ Final dataset: 56,321 records</a:t>
          </a:r>
        </a:p>
      </dsp:txBody>
      <dsp:txXfrm>
        <a:off x="0" y="2219191"/>
        <a:ext cx="3798143" cy="4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B0685-5367-D749-B5EE-7AC7CEFF8F89}">
      <dsp:nvSpPr>
        <dsp:cNvPr id="0" name=""/>
        <dsp:cNvSpPr/>
      </dsp:nvSpPr>
      <dsp:spPr>
        <a:xfrm>
          <a:off x="0" y="676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EB6D2-95C1-484F-B717-8020F562CEC3}">
      <dsp:nvSpPr>
        <dsp:cNvPr id="0" name=""/>
        <dsp:cNvSpPr/>
      </dsp:nvSpPr>
      <dsp:spPr>
        <a:xfrm>
          <a:off x="0" y="676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Derived feature: </a:t>
          </a:r>
          <a:r>
            <a:rPr lang="en-US" sz="2200" kern="1200" dirty="0" err="1"/>
            <a:t>License_Duration</a:t>
          </a:r>
          <a:r>
            <a:rPr lang="en-US" sz="2200" kern="1200" dirty="0"/>
            <a:t> = Expiration Date − Issuance Date</a:t>
          </a:r>
        </a:p>
      </dsp:txBody>
      <dsp:txXfrm>
        <a:off x="0" y="676"/>
        <a:ext cx="4204051" cy="1107569"/>
      </dsp:txXfrm>
    </dsp:sp>
    <dsp:sp modelId="{C0C22B13-0A15-D144-B1D3-A98D339779D9}">
      <dsp:nvSpPr>
        <dsp:cNvPr id="0" name=""/>
        <dsp:cNvSpPr/>
      </dsp:nvSpPr>
      <dsp:spPr>
        <a:xfrm>
          <a:off x="0" y="110824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C5112-D9FD-AE4F-8320-A8C979E576AC}">
      <dsp:nvSpPr>
        <dsp:cNvPr id="0" name=""/>
        <dsp:cNvSpPr/>
      </dsp:nvSpPr>
      <dsp:spPr>
        <a:xfrm>
          <a:off x="0" y="110824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One-Hot Encoded categorical features (Borough, License Status)</a:t>
          </a:r>
        </a:p>
      </dsp:txBody>
      <dsp:txXfrm>
        <a:off x="0" y="1108245"/>
        <a:ext cx="4204051" cy="1107569"/>
      </dsp:txXfrm>
    </dsp:sp>
    <dsp:sp modelId="{7B1A46E6-99C0-564D-8225-D04818A5531E}">
      <dsp:nvSpPr>
        <dsp:cNvPr id="0" name=""/>
        <dsp:cNvSpPr/>
      </dsp:nvSpPr>
      <dsp:spPr>
        <a:xfrm>
          <a:off x="0" y="221581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7B1B7-B7B9-A04A-A937-93FA8217EACF}">
      <dsp:nvSpPr>
        <dsp:cNvPr id="0" name=""/>
        <dsp:cNvSpPr/>
      </dsp:nvSpPr>
      <dsp:spPr>
        <a:xfrm>
          <a:off x="0" y="221581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StandardScaler for numeric fields</a:t>
          </a:r>
        </a:p>
      </dsp:txBody>
      <dsp:txXfrm>
        <a:off x="0" y="2215815"/>
        <a:ext cx="4204051" cy="1107569"/>
      </dsp:txXfrm>
    </dsp:sp>
    <dsp:sp modelId="{E4D35E8A-7217-724D-92F4-EAC26B788508}">
      <dsp:nvSpPr>
        <dsp:cNvPr id="0" name=""/>
        <dsp:cNvSpPr/>
      </dsp:nvSpPr>
      <dsp:spPr>
        <a:xfrm>
          <a:off x="0" y="332338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A57B9-D046-3746-A0B8-875FAFF46A9B}">
      <dsp:nvSpPr>
        <dsp:cNvPr id="0" name=""/>
        <dsp:cNvSpPr/>
      </dsp:nvSpPr>
      <dsp:spPr>
        <a:xfrm>
          <a:off x="0" y="332338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Train/Test split 70/20/10, stratified</a:t>
          </a:r>
        </a:p>
      </dsp:txBody>
      <dsp:txXfrm>
        <a:off x="0" y="3323385"/>
        <a:ext cx="4204051" cy="1107569"/>
      </dsp:txXfrm>
    </dsp:sp>
    <dsp:sp modelId="{85C6C67C-A40A-7346-A136-67C9A3F9092C}">
      <dsp:nvSpPr>
        <dsp:cNvPr id="0" name=""/>
        <dsp:cNvSpPr/>
      </dsp:nvSpPr>
      <dsp:spPr>
        <a:xfrm>
          <a:off x="0" y="443095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D8C4E-CC46-0540-AA20-0AA723C0DB5A}">
      <dsp:nvSpPr>
        <dsp:cNvPr id="0" name=""/>
        <dsp:cNvSpPr/>
      </dsp:nvSpPr>
      <dsp:spPr>
        <a:xfrm>
          <a:off x="0" y="443095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SMOTE oversampling for class imbalance</a:t>
          </a:r>
        </a:p>
      </dsp:txBody>
      <dsp:txXfrm>
        <a:off x="0" y="4430955"/>
        <a:ext cx="4204051" cy="11075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CD9DC-0DE9-45F4-97A7-6F2273D50AAB}">
      <dsp:nvSpPr>
        <dsp:cNvPr id="0" name=""/>
        <dsp:cNvSpPr/>
      </dsp:nvSpPr>
      <dsp:spPr>
        <a:xfrm>
          <a:off x="4570974" y="1886516"/>
          <a:ext cx="785183" cy="373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649"/>
              </a:lnTo>
              <a:lnTo>
                <a:pt x="785183" y="254649"/>
              </a:lnTo>
              <a:lnTo>
                <a:pt x="785183" y="37367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035103-F496-43B0-9A5C-2CCB8DE27DE2}">
      <dsp:nvSpPr>
        <dsp:cNvPr id="0" name=""/>
        <dsp:cNvSpPr/>
      </dsp:nvSpPr>
      <dsp:spPr>
        <a:xfrm>
          <a:off x="3785791" y="3076069"/>
          <a:ext cx="3140732" cy="373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649"/>
              </a:lnTo>
              <a:lnTo>
                <a:pt x="3140732" y="254649"/>
              </a:lnTo>
              <a:lnTo>
                <a:pt x="3140732" y="373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A9B98E-6689-4F31-B162-2A1CAB74C29D}">
      <dsp:nvSpPr>
        <dsp:cNvPr id="0" name=""/>
        <dsp:cNvSpPr/>
      </dsp:nvSpPr>
      <dsp:spPr>
        <a:xfrm>
          <a:off x="3785791" y="3076069"/>
          <a:ext cx="1570366" cy="373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649"/>
              </a:lnTo>
              <a:lnTo>
                <a:pt x="1570366" y="254649"/>
              </a:lnTo>
              <a:lnTo>
                <a:pt x="1570366" y="373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924E3-5AC4-4A60-95F1-C8C1109DE602}">
      <dsp:nvSpPr>
        <dsp:cNvPr id="0" name=""/>
        <dsp:cNvSpPr/>
      </dsp:nvSpPr>
      <dsp:spPr>
        <a:xfrm>
          <a:off x="3740071" y="3076069"/>
          <a:ext cx="91440" cy="3736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88D03-D4BE-4DAC-9338-04FC045907E5}">
      <dsp:nvSpPr>
        <dsp:cNvPr id="0" name=""/>
        <dsp:cNvSpPr/>
      </dsp:nvSpPr>
      <dsp:spPr>
        <a:xfrm>
          <a:off x="2215425" y="3076069"/>
          <a:ext cx="1570366" cy="373675"/>
        </a:xfrm>
        <a:custGeom>
          <a:avLst/>
          <a:gdLst/>
          <a:ahLst/>
          <a:cxnLst/>
          <a:rect l="0" t="0" r="0" b="0"/>
          <a:pathLst>
            <a:path>
              <a:moveTo>
                <a:pt x="1570366" y="0"/>
              </a:moveTo>
              <a:lnTo>
                <a:pt x="1570366" y="254649"/>
              </a:lnTo>
              <a:lnTo>
                <a:pt x="0" y="254649"/>
              </a:lnTo>
              <a:lnTo>
                <a:pt x="0" y="373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DCE1D-F3CE-4719-B47C-EAC874E018DB}">
      <dsp:nvSpPr>
        <dsp:cNvPr id="0" name=""/>
        <dsp:cNvSpPr/>
      </dsp:nvSpPr>
      <dsp:spPr>
        <a:xfrm>
          <a:off x="645059" y="3076069"/>
          <a:ext cx="3140732" cy="373675"/>
        </a:xfrm>
        <a:custGeom>
          <a:avLst/>
          <a:gdLst/>
          <a:ahLst/>
          <a:cxnLst/>
          <a:rect l="0" t="0" r="0" b="0"/>
          <a:pathLst>
            <a:path>
              <a:moveTo>
                <a:pt x="3140732" y="0"/>
              </a:moveTo>
              <a:lnTo>
                <a:pt x="3140732" y="254649"/>
              </a:lnTo>
              <a:lnTo>
                <a:pt x="0" y="254649"/>
              </a:lnTo>
              <a:lnTo>
                <a:pt x="0" y="373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3EE6D-2917-4AE0-A95B-9EFC9AD7B315}">
      <dsp:nvSpPr>
        <dsp:cNvPr id="0" name=""/>
        <dsp:cNvSpPr/>
      </dsp:nvSpPr>
      <dsp:spPr>
        <a:xfrm>
          <a:off x="3785791" y="1886516"/>
          <a:ext cx="785183" cy="373675"/>
        </a:xfrm>
        <a:custGeom>
          <a:avLst/>
          <a:gdLst/>
          <a:ahLst/>
          <a:cxnLst/>
          <a:rect l="0" t="0" r="0" b="0"/>
          <a:pathLst>
            <a:path>
              <a:moveTo>
                <a:pt x="785183" y="0"/>
              </a:moveTo>
              <a:lnTo>
                <a:pt x="785183" y="254649"/>
              </a:lnTo>
              <a:lnTo>
                <a:pt x="0" y="254649"/>
              </a:lnTo>
              <a:lnTo>
                <a:pt x="0" y="37367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BB2CF-8392-45A0-AC07-B5DABD168F86}">
      <dsp:nvSpPr>
        <dsp:cNvPr id="0" name=""/>
        <dsp:cNvSpPr/>
      </dsp:nvSpPr>
      <dsp:spPr>
        <a:xfrm>
          <a:off x="3928551" y="1070640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0726F-2F06-4EE6-B9ED-0341B2A45447}">
      <dsp:nvSpPr>
        <dsp:cNvPr id="0" name=""/>
        <dsp:cNvSpPr/>
      </dsp:nvSpPr>
      <dsp:spPr>
        <a:xfrm>
          <a:off x="4071312" y="1206262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Goal: Predict missing Latitude &amp; Longitude</a:t>
          </a:r>
        </a:p>
      </dsp:txBody>
      <dsp:txXfrm>
        <a:off x="4095208" y="1230158"/>
        <a:ext cx="1237052" cy="768084"/>
      </dsp:txXfrm>
    </dsp:sp>
    <dsp:sp modelId="{75704FF3-D150-4278-A58C-DC0539721CC9}">
      <dsp:nvSpPr>
        <dsp:cNvPr id="0" name=""/>
        <dsp:cNvSpPr/>
      </dsp:nvSpPr>
      <dsp:spPr>
        <a:xfrm>
          <a:off x="3143368" y="2260192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FE458-2DED-42DF-813A-B55B3412DBA9}">
      <dsp:nvSpPr>
        <dsp:cNvPr id="0" name=""/>
        <dsp:cNvSpPr/>
      </dsp:nvSpPr>
      <dsp:spPr>
        <a:xfrm>
          <a:off x="3286129" y="2395814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Models Evaluated</a:t>
          </a:r>
        </a:p>
      </dsp:txBody>
      <dsp:txXfrm>
        <a:off x="3310025" y="2419710"/>
        <a:ext cx="1237052" cy="768084"/>
      </dsp:txXfrm>
    </dsp:sp>
    <dsp:sp modelId="{6DD295AA-38E1-49D9-926E-76BDBA146661}">
      <dsp:nvSpPr>
        <dsp:cNvPr id="0" name=""/>
        <dsp:cNvSpPr/>
      </dsp:nvSpPr>
      <dsp:spPr>
        <a:xfrm>
          <a:off x="2636" y="3449744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DC8A4-8B2F-49E8-A7C8-A4823E9F6D76}">
      <dsp:nvSpPr>
        <dsp:cNvPr id="0" name=""/>
        <dsp:cNvSpPr/>
      </dsp:nvSpPr>
      <dsp:spPr>
        <a:xfrm>
          <a:off x="145397" y="3585367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Ridge Regression</a:t>
          </a:r>
        </a:p>
      </dsp:txBody>
      <dsp:txXfrm>
        <a:off x="169293" y="3609263"/>
        <a:ext cx="1237052" cy="768084"/>
      </dsp:txXfrm>
    </dsp:sp>
    <dsp:sp modelId="{3976CC1A-16D9-47FA-98C9-B464F62D7CEA}">
      <dsp:nvSpPr>
        <dsp:cNvPr id="0" name=""/>
        <dsp:cNvSpPr/>
      </dsp:nvSpPr>
      <dsp:spPr>
        <a:xfrm>
          <a:off x="1573002" y="3449744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B2D82-98E9-4491-A230-3CA6585B0980}">
      <dsp:nvSpPr>
        <dsp:cNvPr id="0" name=""/>
        <dsp:cNvSpPr/>
      </dsp:nvSpPr>
      <dsp:spPr>
        <a:xfrm>
          <a:off x="1715763" y="3585367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Decision Tree</a:t>
          </a:r>
        </a:p>
      </dsp:txBody>
      <dsp:txXfrm>
        <a:off x="1739659" y="3609263"/>
        <a:ext cx="1237052" cy="768084"/>
      </dsp:txXfrm>
    </dsp:sp>
    <dsp:sp modelId="{DF02F527-F1D8-4393-A732-7F8AAA7CE423}">
      <dsp:nvSpPr>
        <dsp:cNvPr id="0" name=""/>
        <dsp:cNvSpPr/>
      </dsp:nvSpPr>
      <dsp:spPr>
        <a:xfrm>
          <a:off x="3143368" y="3449744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22AF6-C7F4-484F-AC3E-60CA98C5F999}">
      <dsp:nvSpPr>
        <dsp:cNvPr id="0" name=""/>
        <dsp:cNvSpPr/>
      </dsp:nvSpPr>
      <dsp:spPr>
        <a:xfrm>
          <a:off x="3286129" y="3585367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KNN</a:t>
          </a:r>
        </a:p>
      </dsp:txBody>
      <dsp:txXfrm>
        <a:off x="3310025" y="3609263"/>
        <a:ext cx="1237052" cy="768084"/>
      </dsp:txXfrm>
    </dsp:sp>
    <dsp:sp modelId="{F1ECD213-45BA-4AE2-8F64-2011C3B71570}">
      <dsp:nvSpPr>
        <dsp:cNvPr id="0" name=""/>
        <dsp:cNvSpPr/>
      </dsp:nvSpPr>
      <dsp:spPr>
        <a:xfrm>
          <a:off x="4713734" y="3449744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B8CA7-BABC-4A28-9AA3-01C910FA66AF}">
      <dsp:nvSpPr>
        <dsp:cNvPr id="0" name=""/>
        <dsp:cNvSpPr/>
      </dsp:nvSpPr>
      <dsp:spPr>
        <a:xfrm>
          <a:off x="4856495" y="3585367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Random Forest</a:t>
          </a:r>
        </a:p>
      </dsp:txBody>
      <dsp:txXfrm>
        <a:off x="4880391" y="3609263"/>
        <a:ext cx="1237052" cy="768084"/>
      </dsp:txXfrm>
    </dsp:sp>
    <dsp:sp modelId="{0CA5F232-F635-4D99-953B-62D2D977A7A9}">
      <dsp:nvSpPr>
        <dsp:cNvPr id="0" name=""/>
        <dsp:cNvSpPr/>
      </dsp:nvSpPr>
      <dsp:spPr>
        <a:xfrm>
          <a:off x="6284100" y="3449744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7F558-7515-4C37-88A5-EC9436AA412A}">
      <dsp:nvSpPr>
        <dsp:cNvPr id="0" name=""/>
        <dsp:cNvSpPr/>
      </dsp:nvSpPr>
      <dsp:spPr>
        <a:xfrm>
          <a:off x="6426861" y="3585367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Gradient Boosting</a:t>
          </a:r>
        </a:p>
      </dsp:txBody>
      <dsp:txXfrm>
        <a:off x="6450757" y="3609263"/>
        <a:ext cx="1237052" cy="768084"/>
      </dsp:txXfrm>
    </dsp:sp>
    <dsp:sp modelId="{D4D7899E-FD1E-4902-8066-9D6B42C34852}">
      <dsp:nvSpPr>
        <dsp:cNvPr id="0" name=""/>
        <dsp:cNvSpPr/>
      </dsp:nvSpPr>
      <dsp:spPr>
        <a:xfrm>
          <a:off x="4713734" y="2260192"/>
          <a:ext cx="1284844" cy="815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465AD-3188-4FEA-9E39-A1E006361DFE}">
      <dsp:nvSpPr>
        <dsp:cNvPr id="0" name=""/>
        <dsp:cNvSpPr/>
      </dsp:nvSpPr>
      <dsp:spPr>
        <a:xfrm>
          <a:off x="4856495" y="2395814"/>
          <a:ext cx="1284844" cy="815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Metrics: RMSE, MAE, R²</a:t>
          </a:r>
        </a:p>
      </dsp:txBody>
      <dsp:txXfrm>
        <a:off x="4880391" y="2419710"/>
        <a:ext cx="1237052" cy="768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28784-DA8E-4A47-B109-3D2415ED124D}">
      <dsp:nvSpPr>
        <dsp:cNvPr id="0" name=""/>
        <dsp:cNvSpPr/>
      </dsp:nvSpPr>
      <dsp:spPr>
        <a:xfrm>
          <a:off x="520435" y="88925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F43C9-DB64-4F79-92F8-1E548180C890}">
      <dsp:nvSpPr>
        <dsp:cNvPr id="0" name=""/>
        <dsp:cNvSpPr/>
      </dsp:nvSpPr>
      <dsp:spPr>
        <a:xfrm>
          <a:off x="25435" y="2061652"/>
          <a:ext cx="1800000" cy="124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Goal: Predict whether a license will Lapse (1) or Remain Active (0)</a:t>
          </a:r>
        </a:p>
      </dsp:txBody>
      <dsp:txXfrm>
        <a:off x="25435" y="2061652"/>
        <a:ext cx="1800000" cy="1241894"/>
      </dsp:txXfrm>
    </dsp:sp>
    <dsp:sp modelId="{65DABA11-354F-483E-946D-E85334440B6B}">
      <dsp:nvSpPr>
        <dsp:cNvPr id="0" name=""/>
        <dsp:cNvSpPr/>
      </dsp:nvSpPr>
      <dsp:spPr>
        <a:xfrm>
          <a:off x="2635435" y="88925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ECF75-C5BE-4729-972C-0D0F3729A4EC}">
      <dsp:nvSpPr>
        <dsp:cNvPr id="0" name=""/>
        <dsp:cNvSpPr/>
      </dsp:nvSpPr>
      <dsp:spPr>
        <a:xfrm>
          <a:off x="2140435" y="2061652"/>
          <a:ext cx="1800000" cy="124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Features: License_Duration, Borough, Business Category, NTA, License Type</a:t>
          </a:r>
        </a:p>
      </dsp:txBody>
      <dsp:txXfrm>
        <a:off x="2140435" y="2061652"/>
        <a:ext cx="1800000" cy="1241894"/>
      </dsp:txXfrm>
    </dsp:sp>
    <dsp:sp modelId="{D75A025B-C909-476B-B96D-5F11D61AD920}">
      <dsp:nvSpPr>
        <dsp:cNvPr id="0" name=""/>
        <dsp:cNvSpPr/>
      </dsp:nvSpPr>
      <dsp:spPr>
        <a:xfrm>
          <a:off x="4750435" y="88925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B8D2F-27EA-4144-8613-A22CC8C7BA78}">
      <dsp:nvSpPr>
        <dsp:cNvPr id="0" name=""/>
        <dsp:cNvSpPr/>
      </dsp:nvSpPr>
      <dsp:spPr>
        <a:xfrm>
          <a:off x="4255435" y="2061652"/>
          <a:ext cx="1800000" cy="124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Models: Gradient Boosting, Random Forest</a:t>
          </a:r>
        </a:p>
      </dsp:txBody>
      <dsp:txXfrm>
        <a:off x="4255435" y="2061652"/>
        <a:ext cx="1800000" cy="1241894"/>
      </dsp:txXfrm>
    </dsp:sp>
    <dsp:sp modelId="{870FBDB5-0894-4A47-A28E-5C7D092858BC}">
      <dsp:nvSpPr>
        <dsp:cNvPr id="0" name=""/>
        <dsp:cNvSpPr/>
      </dsp:nvSpPr>
      <dsp:spPr>
        <a:xfrm>
          <a:off x="6865435" y="88925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CEDDB-1D55-440E-9C2A-8648F157DA72}">
      <dsp:nvSpPr>
        <dsp:cNvPr id="0" name=""/>
        <dsp:cNvSpPr/>
      </dsp:nvSpPr>
      <dsp:spPr>
        <a:xfrm>
          <a:off x="6370435" y="2061652"/>
          <a:ext cx="1800000" cy="124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Metrics: ROC-AUC, PR-AUC, Balanced Accuracy</a:t>
          </a:r>
        </a:p>
      </dsp:txBody>
      <dsp:txXfrm>
        <a:off x="6370435" y="2061652"/>
        <a:ext cx="1800000" cy="12418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C86C0-C094-419D-90B9-7CD51BB50CA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1DCC8-687F-4799-9B41-5FC01752F3D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B0D10-CD44-47CC-849A-0D607FF57086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License_Duration strongest predictor of renewal</a:t>
          </a:r>
        </a:p>
      </dsp:txBody>
      <dsp:txXfrm>
        <a:off x="1099610" y="1878"/>
        <a:ext cx="7129989" cy="952043"/>
      </dsp:txXfrm>
    </dsp:sp>
    <dsp:sp modelId="{A0AC37A4-710A-42CE-9D66-9E03934AE8E9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9AC16-B997-4FAB-9C2B-540785C7A7C3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F1FC9-7B61-4F2F-B213-FE5BC9FC6F73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Borough &amp; Business Category influence lapse</a:t>
          </a:r>
        </a:p>
      </dsp:txBody>
      <dsp:txXfrm>
        <a:off x="1099610" y="1191932"/>
        <a:ext cx="7129989" cy="952043"/>
      </dsp:txXfrm>
    </dsp:sp>
    <dsp:sp modelId="{3F0E9973-20C5-4B1C-A61F-1C4D70D92B66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3C36B-382A-4E12-A8BD-2D8EC398EB9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2FAC7-95C4-4FBF-9AA4-FB47160BAA56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Minimal overfitting (ΔROC &lt; 0.1)</a:t>
          </a:r>
        </a:p>
      </dsp:txBody>
      <dsp:txXfrm>
        <a:off x="1099610" y="2381986"/>
        <a:ext cx="7129989" cy="952043"/>
      </dsp:txXfrm>
    </dsp:sp>
    <dsp:sp modelId="{2DCC290E-C1CA-482C-B7E0-E6F8415B23E5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4C725-8D55-4A26-968D-8A2122BA555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3105C-D81A-4AA3-9C17-CF4E2D0E86AB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Random Forest best overall performer</a:t>
          </a:r>
        </a:p>
      </dsp:txBody>
      <dsp:txXfrm>
        <a:off x="1099610" y="3572041"/>
        <a:ext cx="7129989" cy="9520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4CE1D-E41A-C54B-879C-DA826DC83DB4}">
      <dsp:nvSpPr>
        <dsp:cNvPr id="0" name=""/>
        <dsp:cNvSpPr/>
      </dsp:nvSpPr>
      <dsp:spPr>
        <a:xfrm>
          <a:off x="0" y="588720"/>
          <a:ext cx="4204051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Introduce XGBoost/LightGBM</a:t>
          </a:r>
        </a:p>
      </dsp:txBody>
      <dsp:txXfrm>
        <a:off x="50489" y="639209"/>
        <a:ext cx="4103073" cy="933302"/>
      </dsp:txXfrm>
    </dsp:sp>
    <dsp:sp modelId="{B3A5648D-6C01-F041-9DBA-EDC3B10F27A7}">
      <dsp:nvSpPr>
        <dsp:cNvPr id="0" name=""/>
        <dsp:cNvSpPr/>
      </dsp:nvSpPr>
      <dsp:spPr>
        <a:xfrm>
          <a:off x="0" y="1697880"/>
          <a:ext cx="4204051" cy="10342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Add socioeconomic predictors (income, density)</a:t>
          </a:r>
        </a:p>
      </dsp:txBody>
      <dsp:txXfrm>
        <a:off x="50489" y="1748369"/>
        <a:ext cx="4103073" cy="933302"/>
      </dsp:txXfrm>
    </dsp:sp>
    <dsp:sp modelId="{8B3E8916-AF47-B348-AA82-FD5CD3BD623E}">
      <dsp:nvSpPr>
        <dsp:cNvPr id="0" name=""/>
        <dsp:cNvSpPr/>
      </dsp:nvSpPr>
      <dsp:spPr>
        <a:xfrm>
          <a:off x="0" y="2807040"/>
          <a:ext cx="4204051" cy="10342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Deploy as REST API for DCWP integration</a:t>
          </a:r>
        </a:p>
      </dsp:txBody>
      <dsp:txXfrm>
        <a:off x="50489" y="2857529"/>
        <a:ext cx="4103073" cy="933302"/>
      </dsp:txXfrm>
    </dsp:sp>
    <dsp:sp modelId="{2E4EF54D-BFA4-6E47-9640-4CC5284AF40B}">
      <dsp:nvSpPr>
        <dsp:cNvPr id="0" name=""/>
        <dsp:cNvSpPr/>
      </dsp:nvSpPr>
      <dsp:spPr>
        <a:xfrm>
          <a:off x="0" y="3916200"/>
          <a:ext cx="4204051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Integrate into GIS dashboards</a:t>
          </a:r>
        </a:p>
      </dsp:txBody>
      <dsp:txXfrm>
        <a:off x="50489" y="3966689"/>
        <a:ext cx="4103073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5A5B3-3A38-BC4D-BC66-09B474214EA1}">
      <dsp:nvSpPr>
        <dsp:cNvPr id="0" name=""/>
        <dsp:cNvSpPr/>
      </dsp:nvSpPr>
      <dsp:spPr>
        <a:xfrm>
          <a:off x="0" y="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6A7F7-BE0C-9345-BFED-DC9A84CDBA72}">
      <dsp:nvSpPr>
        <dsp:cNvPr id="0" name=""/>
        <dsp:cNvSpPr/>
      </dsp:nvSpPr>
      <dsp:spPr>
        <a:xfrm>
          <a:off x="0" y="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Regression: Predicts coordinates within ~3.3 km</a:t>
          </a:r>
        </a:p>
      </dsp:txBody>
      <dsp:txXfrm>
        <a:off x="0" y="0"/>
        <a:ext cx="4204051" cy="1384800"/>
      </dsp:txXfrm>
    </dsp:sp>
    <dsp:sp modelId="{68E1BE5A-AB73-4F40-9892-2E8417505784}">
      <dsp:nvSpPr>
        <dsp:cNvPr id="0" name=""/>
        <dsp:cNvSpPr/>
      </dsp:nvSpPr>
      <dsp:spPr>
        <a:xfrm>
          <a:off x="0" y="13848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DD13B-B2E3-C44E-8CF5-46BD89A9C0A1}">
      <dsp:nvSpPr>
        <dsp:cNvPr id="0" name=""/>
        <dsp:cNvSpPr/>
      </dsp:nvSpPr>
      <dsp:spPr>
        <a:xfrm>
          <a:off x="0" y="13848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Classification: Forecasts license renewal with AUC≈0.73</a:t>
          </a:r>
        </a:p>
      </dsp:txBody>
      <dsp:txXfrm>
        <a:off x="0" y="1384800"/>
        <a:ext cx="4204051" cy="1384800"/>
      </dsp:txXfrm>
    </dsp:sp>
    <dsp:sp modelId="{04C7480C-30C9-874D-8862-2794A3131A5D}">
      <dsp:nvSpPr>
        <dsp:cNvPr id="0" name=""/>
        <dsp:cNvSpPr/>
      </dsp:nvSpPr>
      <dsp:spPr>
        <a:xfrm>
          <a:off x="0" y="27696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C0814-1EE0-FC49-ABD3-AD0AEC41EF20}">
      <dsp:nvSpPr>
        <dsp:cNvPr id="0" name=""/>
        <dsp:cNvSpPr/>
      </dsp:nvSpPr>
      <dsp:spPr>
        <a:xfrm>
          <a:off x="0" y="27696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Ensemble methods effective &amp; interpretable</a:t>
          </a:r>
        </a:p>
      </dsp:txBody>
      <dsp:txXfrm>
        <a:off x="0" y="2769600"/>
        <a:ext cx="4204051" cy="1384800"/>
      </dsp:txXfrm>
    </dsp:sp>
    <dsp:sp modelId="{65E8CB9C-187F-EC4C-88C3-42DDFCFC7E58}">
      <dsp:nvSpPr>
        <dsp:cNvPr id="0" name=""/>
        <dsp:cNvSpPr/>
      </dsp:nvSpPr>
      <dsp:spPr>
        <a:xfrm>
          <a:off x="0" y="41544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02361-AFBD-9C40-9B29-C633C5DC4475}">
      <dsp:nvSpPr>
        <dsp:cNvPr id="0" name=""/>
        <dsp:cNvSpPr/>
      </dsp:nvSpPr>
      <dsp:spPr>
        <a:xfrm>
          <a:off x="0" y="41544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Supports data-driven DCWP decision-making</a:t>
          </a:r>
        </a:p>
      </dsp:txBody>
      <dsp:txXfrm>
        <a:off x="0" y="4154400"/>
        <a:ext cx="4204051" cy="138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5658" y="108858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 dirty="0"/>
              <a:t>A Dual Analysis of NYC Business Licenses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5658" y="4528851"/>
            <a:ext cx="5268686" cy="211313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 dirty="0"/>
              <a:t>A Machine-Learning Approach</a:t>
            </a:r>
          </a:p>
          <a:p>
            <a:pPr algn="l">
              <a:lnSpc>
                <a:spcPct val="90000"/>
              </a:lnSpc>
            </a:pPr>
            <a:r>
              <a:rPr lang="en-US" sz="2200" dirty="0"/>
              <a:t>Team #8 | CS667 – Practical Data Science</a:t>
            </a:r>
          </a:p>
          <a:p>
            <a:pPr algn="l">
              <a:lnSpc>
                <a:spcPct val="90000"/>
              </a:lnSpc>
            </a:pPr>
            <a:r>
              <a:rPr lang="en-US" sz="2200" dirty="0"/>
              <a:t>Members :- Ronak Pipaliya | Sajan Shergil | </a:t>
            </a:r>
          </a:p>
          <a:p>
            <a:pPr algn="l">
              <a:lnSpc>
                <a:spcPct val="90000"/>
              </a:lnSpc>
            </a:pPr>
            <a:r>
              <a:rPr lang="en-US" sz="2200" dirty="0"/>
              <a:t>Darpan </a:t>
            </a:r>
            <a:r>
              <a:rPr lang="en-US" sz="2200" dirty="0" err="1"/>
              <a:t>Gorasiya</a:t>
            </a:r>
            <a:endParaRPr lang="en-US" sz="2200" dirty="0"/>
          </a:p>
          <a:p>
            <a:pPr algn="l">
              <a:lnSpc>
                <a:spcPct val="90000"/>
              </a:lnSpc>
            </a:pPr>
            <a:r>
              <a:rPr lang="en-US" sz="2200" dirty="0"/>
              <a:t>Instructor: Dr. Krishna Bathula</a:t>
            </a: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B0755CBA-C5E5-3797-B17F-48F641ED4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82" r="1244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213" y="506280"/>
            <a:ext cx="3992787" cy="82148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457" y="1830567"/>
            <a:ext cx="4476290" cy="4134803"/>
          </a:xfrm>
        </p:spPr>
        <p:txBody>
          <a:bodyPr anchor="t">
            <a:normAutofit/>
          </a:bodyPr>
          <a:lstStyle/>
          <a:p>
            <a:r>
              <a:rPr lang="en-US" sz="2000" dirty="0"/>
              <a:t>Objective:</a:t>
            </a:r>
          </a:p>
          <a:p>
            <a:pPr marL="0" indent="0">
              <a:buNone/>
            </a:pPr>
            <a:r>
              <a:rPr lang="en-US" sz="2000" dirty="0"/>
              <a:t>1. Estimate missing geolocations (Regression)</a:t>
            </a:r>
          </a:p>
          <a:p>
            <a:pPr marL="0" indent="0">
              <a:buNone/>
            </a:pPr>
            <a:r>
              <a:rPr lang="en-US" sz="2000" dirty="0"/>
              <a:t>2. Predict license renewal / lapse (Classification)</a:t>
            </a:r>
          </a:p>
          <a:p>
            <a:endParaRPr lang="en-US" sz="2000" dirty="0"/>
          </a:p>
          <a:p>
            <a:r>
              <a:rPr lang="en-US" sz="2000" dirty="0"/>
              <a:t>Dataset: ≈ 66K NYC Business License Records</a:t>
            </a:r>
          </a:p>
          <a:p>
            <a:r>
              <a:rPr lang="en-US" sz="2000" dirty="0"/>
              <a:t>Tools: Python (Pandas, Scikit-learn, Matplotlib), SMOTE</a:t>
            </a:r>
          </a:p>
          <a:p>
            <a:r>
              <a:rPr lang="en-US" sz="2000" dirty="0"/>
              <a:t>Approach: Ensemble ML methods (Random Forest, Gradient Boosting)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29B0AF-9C5F-285B-9B83-26A57C13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6975" y="1333943"/>
            <a:ext cx="3257812" cy="419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37" y="935970"/>
            <a:ext cx="4320149" cy="209675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Data Understanding 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&amp; Preparation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F6109-B786-8273-3239-FAE4FC49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" y="3562989"/>
            <a:ext cx="8132299" cy="1911090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8687" y="3083610"/>
            <a:ext cx="304800" cy="322326"/>
            <a:chOff x="215328" y="-46937"/>
            <a:chExt cx="304800" cy="2773841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E8A4B1-28F2-6EBF-0884-005CACEBA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897200"/>
              </p:ext>
            </p:extLst>
          </p:nvPr>
        </p:nvGraphicFramePr>
        <p:xfrm>
          <a:off x="4571997" y="630936"/>
          <a:ext cx="3798143" cy="2664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Feature Engineering &amp; Preprocessing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A66141-05F3-334C-80C5-77BC9DDE07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47062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494771"/>
            <a:ext cx="8686801" cy="1143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l"/>
            <a:r>
              <a:rPr lang="en-US" dirty="0"/>
              <a:t>Regression Task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36F2E7-7E75-4E27-6BE1-F07C3FF45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112837"/>
              </p:ext>
            </p:extLst>
          </p:nvPr>
        </p:nvGraphicFramePr>
        <p:xfrm>
          <a:off x="714828" y="1248230"/>
          <a:ext cx="7714343" cy="5471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42" y="313512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42" y="1771378"/>
            <a:ext cx="3973225" cy="43754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Model Performance: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Random Forest RMSE=0.03717, MAE=0.02826, R²=0.8115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Decision Tree RMSE=0.03719, MAE=0.02827, R²=0.8113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Gradient Boosting RMSE=0.03719, MAE=0.02838, R²=0.8113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Ridge RMSE=0.03820, MAE=0.02996, R²=0.8007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KNN RMSE=0.03905, MAE=0.02976, R²=0.7918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Best: Random Forest (≈3.3 km mean spatial error)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03743B3-F270-B254-88E4-19660DE33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495" y="1275020"/>
            <a:ext cx="33016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📊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Model Performance (Test Set)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869FC2C-AAD3-694F-2570-09B9B8B49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943014"/>
              </p:ext>
            </p:extLst>
          </p:nvPr>
        </p:nvGraphicFramePr>
        <p:xfrm>
          <a:off x="5056495" y="1771378"/>
          <a:ext cx="3657200" cy="359649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107039">
                  <a:extLst>
                    <a:ext uri="{9D8B030D-6E8A-4147-A177-3AD203B41FA5}">
                      <a16:colId xmlns:a16="http://schemas.microsoft.com/office/drawing/2014/main" val="2386909630"/>
                    </a:ext>
                  </a:extLst>
                </a:gridCol>
                <a:gridCol w="879219">
                  <a:extLst>
                    <a:ext uri="{9D8B030D-6E8A-4147-A177-3AD203B41FA5}">
                      <a16:colId xmlns:a16="http://schemas.microsoft.com/office/drawing/2014/main" val="874334318"/>
                    </a:ext>
                  </a:extLst>
                </a:gridCol>
                <a:gridCol w="879219">
                  <a:extLst>
                    <a:ext uri="{9D8B030D-6E8A-4147-A177-3AD203B41FA5}">
                      <a16:colId xmlns:a16="http://schemas.microsoft.com/office/drawing/2014/main" val="3187386533"/>
                    </a:ext>
                  </a:extLst>
                </a:gridCol>
                <a:gridCol w="791723">
                  <a:extLst>
                    <a:ext uri="{9D8B030D-6E8A-4147-A177-3AD203B41FA5}">
                      <a16:colId xmlns:a16="http://schemas.microsoft.com/office/drawing/2014/main" val="618368376"/>
                    </a:ext>
                  </a:extLst>
                </a:gridCol>
              </a:tblGrid>
              <a:tr h="4611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RMSE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MAE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127278"/>
                  </a:ext>
                </a:extLst>
              </a:tr>
              <a:tr h="627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0.03717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0.02826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0.8115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370941"/>
                  </a:ext>
                </a:extLst>
              </a:tr>
              <a:tr h="627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0.03719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0.02827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0.8113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649463"/>
                  </a:ext>
                </a:extLst>
              </a:tr>
              <a:tr h="627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Gradient Boosting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0.03719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0.02838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0.8113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5000"/>
                  </a:ext>
                </a:extLst>
              </a:tr>
              <a:tr h="627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Ridge Regression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0.03820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0.02996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0.8007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801532"/>
                  </a:ext>
                </a:extLst>
              </a:tr>
              <a:tr h="627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KNN Regressor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0.03905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0.02976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0.7918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804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F3A871-C13E-BAB2-5D3A-07C1DEDCB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92667" y="294538"/>
            <a:ext cx="8206821" cy="11672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-webkit-standard"/>
              </a:rPr>
              <a:t>Regression Model Summary </a:t>
            </a:r>
            <a:r>
              <a:rPr lang="en-US" altLang="en-US" sz="3600" dirty="0">
                <a:solidFill>
                  <a:srgbClr val="FFFFFF"/>
                </a:solidFill>
                <a:latin typeface="-webkit-standard"/>
              </a:rPr>
              <a:t>:-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-webkit-standard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-webkit-standard"/>
              </a:rPr>
              <a:t>Predicting Missing Coordinates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04EF9D-397D-EBB9-0265-958731B70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2013397"/>
            <a:ext cx="7293023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⚙️ Approach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Replaced outliers beyond NYC bounds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(≈40.45–40.95 °N, −74.25–−73.65 °W)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Hierarchical imputation for missing coordinates: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Median by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(ZIP, Borough, Business Category)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Fallback to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(Borough, Category)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medians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low-cardinality categorical vars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min_frequency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=0.02)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Encoded via One-Hot Encoding (OHE) to avoid feature explosion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002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C5646D-BDFA-60B0-A6B6-9140E49EA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0521" y="322729"/>
            <a:ext cx="4446995" cy="62135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🔍 Interpretation &amp; Insights:-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slightly best (RMSE≈0.037°, ≈4 km spatial deviation)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 Tree &amp; GB similar → stable spatial pattern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Ridge = strong linear baseline; KNN slightly underperforms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ZIP + Borough + Business Category strongly predict location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Multi-output regression captures spatial correlation effectively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🏁 Conclusion:-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✅ Top Models for Deployment: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🥇 Random Forest Regressor — best accuracy, robust, interpretable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🥈 Gradient Boosting Regressor — similar accuracy, finer calibration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Enables precise geolocation inference for NYC business licenses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8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Classification</a:t>
            </a:r>
            <a:r>
              <a:rPr lang="en-US" sz="3500" dirty="0">
                <a:solidFill>
                  <a:srgbClr val="FFFFFF"/>
                </a:solidFill>
              </a:rPr>
              <a:t> Task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C929BD-1622-BD6E-D862-52DE8CA5D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28447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5486400"/>
            <a:ext cx="2004648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650160"/>
            <a:ext cx="2240924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9493"/>
            <a:ext cx="394335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Classification Results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628650" y="1984443"/>
            <a:ext cx="3943350" cy="4192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Gradient Boosting vs Random Forest: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ROC-AUC: 0.7316 | 0.7359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PR-AUC: 0.6178 | 0.6293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Balanced Accuracy: 0.6130 | 0.6650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5-Fold CV ROC-AUC: 0.739 | 0.738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Both consistent (AUC≈0.73)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GB → better calibration; RF → better recall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6D70A5-F35E-F681-EB9A-FE2A2428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51" y="1390937"/>
            <a:ext cx="3475823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📊 Performance (Test + CV)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4E9410-C94A-CD41-4A7B-CAE0F2640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44000"/>
              </p:ext>
            </p:extLst>
          </p:nvPr>
        </p:nvGraphicFramePr>
        <p:xfrm>
          <a:off x="4905789" y="1387916"/>
          <a:ext cx="3583037" cy="390946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04795">
                  <a:extLst>
                    <a:ext uri="{9D8B030D-6E8A-4147-A177-3AD203B41FA5}">
                      <a16:colId xmlns:a16="http://schemas.microsoft.com/office/drawing/2014/main" val="3348517097"/>
                    </a:ext>
                  </a:extLst>
                </a:gridCol>
                <a:gridCol w="1150441">
                  <a:extLst>
                    <a:ext uri="{9D8B030D-6E8A-4147-A177-3AD203B41FA5}">
                      <a16:colId xmlns:a16="http://schemas.microsoft.com/office/drawing/2014/main" val="1126400979"/>
                    </a:ext>
                  </a:extLst>
                </a:gridCol>
                <a:gridCol w="1127801">
                  <a:extLst>
                    <a:ext uri="{9D8B030D-6E8A-4147-A177-3AD203B41FA5}">
                      <a16:colId xmlns:a16="http://schemas.microsoft.com/office/drawing/2014/main" val="95188698"/>
                    </a:ext>
                  </a:extLst>
                </a:gridCol>
              </a:tblGrid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Gradient Boosting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343737764"/>
                  </a:ext>
                </a:extLst>
              </a:tr>
              <a:tr h="4935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0.7316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0.7359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3864288218"/>
                  </a:ext>
                </a:extLst>
              </a:tr>
              <a:tr h="4935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0.6178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0.6293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745967660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0.6130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0.6650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2668385392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cap="none" spc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ROC (Overfit)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0.018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0.110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235229179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CV ROC-AUC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0.739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0.738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189113213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Interpretation &amp; Insights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78BF16-3402-B1BC-78C0-402DA23304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400">
                <a:solidFill>
                  <a:schemeClr val="bg1"/>
                </a:solidFill>
              </a:rPr>
              <a:t>Technical Takeaways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n-US" sz="2100"/>
              <a:t>Aspect | Technique | Outcome</a:t>
            </a:r>
          </a:p>
          <a:p>
            <a:r>
              <a:rPr lang="en-US" sz="2100"/>
              <a:t>Data Imputation | ZIP→Borough/NTA | Restored &gt;95% records</a:t>
            </a:r>
          </a:p>
          <a:p>
            <a:r>
              <a:rPr lang="en-US" sz="2100"/>
              <a:t>Imbalance Handling | SMOTE | +25% minority recall</a:t>
            </a:r>
          </a:p>
          <a:p>
            <a:r>
              <a:rPr lang="en-US" sz="2100"/>
              <a:t>Encoding | OHE + Scaling | Enabled tree learning</a:t>
            </a:r>
          </a:p>
          <a:p>
            <a:r>
              <a:rPr lang="en-US" sz="2100"/>
              <a:t>Validation | 5-Fold CV | Stable AUC≈0.73</a:t>
            </a:r>
          </a:p>
          <a:p>
            <a:r>
              <a:rPr lang="en-US" sz="2100"/>
              <a:t>Performance | RF&gt;GB | Strong generalization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Future Enhancements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1EEB0-6204-1B04-0449-3D35A4D04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137239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4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57ABED1-59AF-048A-479D-812DEA333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745245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786</Words>
  <Application>Microsoft Office PowerPoint</Application>
  <PresentationFormat>On-screen Show (4:3)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-webkit-standard</vt:lpstr>
      <vt:lpstr>Office Theme</vt:lpstr>
      <vt:lpstr>A Dual Analysis of NYC Business Licenses</vt:lpstr>
      <vt:lpstr>Project Overview</vt:lpstr>
      <vt:lpstr>Data Understanding  &amp; Preparation</vt:lpstr>
      <vt:lpstr>Feature Engineering &amp; Preprocessing</vt:lpstr>
      <vt:lpstr>Regression Task Setup</vt:lpstr>
      <vt:lpstr>Regression Results</vt:lpstr>
      <vt:lpstr>Regression Model Summary :- Predicting Missing Coordinates</vt:lpstr>
      <vt:lpstr>PowerPoint Presentation</vt:lpstr>
      <vt:lpstr>Classification Task Setup</vt:lpstr>
      <vt:lpstr>Classification Results</vt:lpstr>
      <vt:lpstr>Model Interpretation &amp; Insights</vt:lpstr>
      <vt:lpstr>Technical Takeaways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rutvik pipaliya</cp:lastModifiedBy>
  <cp:revision>8</cp:revision>
  <dcterms:created xsi:type="dcterms:W3CDTF">2013-01-27T09:14:16Z</dcterms:created>
  <dcterms:modified xsi:type="dcterms:W3CDTF">2025-10-29T03:43:32Z</dcterms:modified>
  <cp:category/>
</cp:coreProperties>
</file>